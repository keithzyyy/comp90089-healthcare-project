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031B0-0782-40CA-87D7-18BFD2E2C9FC}" v="22" dt="2025-10-19T02:05:30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th Howen" userId="0b0da33ab4355676" providerId="LiveId" clId="{C4B238E9-D423-4B57-89B0-3D2DCD3C0C24}"/>
    <pc:docChg chg="undo custSel addSld modSld sldOrd">
      <pc:chgData name="Keith Howen" userId="0b0da33ab4355676" providerId="LiveId" clId="{C4B238E9-D423-4B57-89B0-3D2DCD3C0C24}" dt="2025-10-19T02:05:38.472" v="505" actId="20577"/>
      <pc:docMkLst>
        <pc:docMk/>
      </pc:docMkLst>
      <pc:sldChg chg="delSp modSp new mod ord">
        <pc:chgData name="Keith Howen" userId="0b0da33ab4355676" providerId="LiveId" clId="{C4B238E9-D423-4B57-89B0-3D2DCD3C0C24}" dt="2025-10-19T01:51:44.374" v="50" actId="1076"/>
        <pc:sldMkLst>
          <pc:docMk/>
          <pc:sldMk cId="188411066" sldId="260"/>
        </pc:sldMkLst>
        <pc:spChg chg="mod">
          <ac:chgData name="Keith Howen" userId="0b0da33ab4355676" providerId="LiveId" clId="{C4B238E9-D423-4B57-89B0-3D2DCD3C0C24}" dt="2025-10-19T01:51:44.374" v="50" actId="1076"/>
          <ac:spMkLst>
            <pc:docMk/>
            <pc:sldMk cId="188411066" sldId="260"/>
            <ac:spMk id="2" creationId="{C019CF33-5A45-9683-A5D3-6CDB946C8823}"/>
          </ac:spMkLst>
        </pc:spChg>
        <pc:spChg chg="del">
          <ac:chgData name="Keith Howen" userId="0b0da33ab4355676" providerId="LiveId" clId="{C4B238E9-D423-4B57-89B0-3D2DCD3C0C24}" dt="2025-10-19T01:51:42.243" v="49" actId="478"/>
          <ac:spMkLst>
            <pc:docMk/>
            <pc:sldMk cId="188411066" sldId="260"/>
            <ac:spMk id="3" creationId="{7DDDF350-3267-B6AA-8C7E-B06FE35A3229}"/>
          </ac:spMkLst>
        </pc:spChg>
      </pc:sldChg>
      <pc:sldChg chg="delSp modSp add mod ord">
        <pc:chgData name="Keith Howen" userId="0b0da33ab4355676" providerId="LiveId" clId="{C4B238E9-D423-4B57-89B0-3D2DCD3C0C24}" dt="2025-10-19T01:51:38.467" v="48" actId="1076"/>
        <pc:sldMkLst>
          <pc:docMk/>
          <pc:sldMk cId="1020963062" sldId="261"/>
        </pc:sldMkLst>
        <pc:spChg chg="mod">
          <ac:chgData name="Keith Howen" userId="0b0da33ab4355676" providerId="LiveId" clId="{C4B238E9-D423-4B57-89B0-3D2DCD3C0C24}" dt="2025-10-19T01:51:38.467" v="48" actId="1076"/>
          <ac:spMkLst>
            <pc:docMk/>
            <pc:sldMk cId="1020963062" sldId="261"/>
            <ac:spMk id="2" creationId="{D772FE7B-BB82-D2C2-237F-28DB4AA66723}"/>
          </ac:spMkLst>
        </pc:spChg>
        <pc:spChg chg="del">
          <ac:chgData name="Keith Howen" userId="0b0da33ab4355676" providerId="LiveId" clId="{C4B238E9-D423-4B57-89B0-3D2DCD3C0C24}" dt="2025-10-19T01:51:32.917" v="46" actId="478"/>
          <ac:spMkLst>
            <pc:docMk/>
            <pc:sldMk cId="1020963062" sldId="261"/>
            <ac:spMk id="3" creationId="{FA6F748F-43FB-F5D2-580E-2CFD5F218830}"/>
          </ac:spMkLst>
        </pc:spChg>
      </pc:sldChg>
      <pc:sldChg chg="addSp delSp modSp new mod">
        <pc:chgData name="Keith Howen" userId="0b0da33ab4355676" providerId="LiveId" clId="{C4B238E9-D423-4B57-89B0-3D2DCD3C0C24}" dt="2025-10-19T02:00:57.283" v="319" actId="9405"/>
        <pc:sldMkLst>
          <pc:docMk/>
          <pc:sldMk cId="3413204962" sldId="262"/>
        </pc:sldMkLst>
        <pc:spChg chg="del">
          <ac:chgData name="Keith Howen" userId="0b0da33ab4355676" providerId="LiveId" clId="{C4B238E9-D423-4B57-89B0-3D2DCD3C0C24}" dt="2025-10-19T01:54:29.526" v="52" actId="478"/>
          <ac:spMkLst>
            <pc:docMk/>
            <pc:sldMk cId="3413204962" sldId="262"/>
            <ac:spMk id="2" creationId="{7A284704-6611-A89E-94C2-4F69B4460848}"/>
          </ac:spMkLst>
        </pc:spChg>
        <pc:spChg chg="del">
          <ac:chgData name="Keith Howen" userId="0b0da33ab4355676" providerId="LiveId" clId="{C4B238E9-D423-4B57-89B0-3D2DCD3C0C24}" dt="2025-10-19T01:54:27.871" v="51" actId="478"/>
          <ac:spMkLst>
            <pc:docMk/>
            <pc:sldMk cId="3413204962" sldId="262"/>
            <ac:spMk id="3" creationId="{C7433E55-1D2B-9D71-DC6D-B4395ED03C7F}"/>
          </ac:spMkLst>
        </pc:spChg>
        <pc:spChg chg="add mod">
          <ac:chgData name="Keith Howen" userId="0b0da33ab4355676" providerId="LiveId" clId="{C4B238E9-D423-4B57-89B0-3D2DCD3C0C24}" dt="2025-10-19T01:57:58.669" v="161" actId="14100"/>
          <ac:spMkLst>
            <pc:docMk/>
            <pc:sldMk cId="3413204962" sldId="262"/>
            <ac:spMk id="10" creationId="{0F7C4CC8-BD60-92EA-E270-2A5E9AB58167}"/>
          </ac:spMkLst>
        </pc:spChg>
        <pc:spChg chg="add mod">
          <ac:chgData name="Keith Howen" userId="0b0da33ab4355676" providerId="LiveId" clId="{C4B238E9-D423-4B57-89B0-3D2DCD3C0C24}" dt="2025-10-19T01:58:07.572" v="172" actId="20577"/>
          <ac:spMkLst>
            <pc:docMk/>
            <pc:sldMk cId="3413204962" sldId="262"/>
            <ac:spMk id="12" creationId="{4A9FB3B0-F81C-9D4C-A4A6-C4E11962082C}"/>
          </ac:spMkLst>
        </pc:spChg>
        <pc:spChg chg="add mod">
          <ac:chgData name="Keith Howen" userId="0b0da33ab4355676" providerId="LiveId" clId="{C4B238E9-D423-4B57-89B0-3D2DCD3C0C24}" dt="2025-10-19T02:00:28.707" v="305" actId="20577"/>
          <ac:spMkLst>
            <pc:docMk/>
            <pc:sldMk cId="3413204962" sldId="262"/>
            <ac:spMk id="59" creationId="{8D6DBD80-18FE-3E65-BAA7-C20FBAA99F8C}"/>
          </ac:spMkLst>
        </pc:spChg>
        <pc:grpChg chg="del mod">
          <ac:chgData name="Keith Howen" userId="0b0da33ab4355676" providerId="LiveId" clId="{C4B238E9-D423-4B57-89B0-3D2DCD3C0C24}" dt="2025-10-19T01:57:38.872" v="126"/>
          <ac:grpSpMkLst>
            <pc:docMk/>
            <pc:sldMk cId="3413204962" sldId="262"/>
            <ac:grpSpMk id="21" creationId="{1468E543-E129-34FA-15BC-49961E26BB06}"/>
          </ac:grpSpMkLst>
        </pc:grpChg>
        <pc:grpChg chg="mod">
          <ac:chgData name="Keith Howen" userId="0b0da33ab4355676" providerId="LiveId" clId="{C4B238E9-D423-4B57-89B0-3D2DCD3C0C24}" dt="2025-10-19T01:57:38.872" v="126"/>
          <ac:grpSpMkLst>
            <pc:docMk/>
            <pc:sldMk cId="3413204962" sldId="262"/>
            <ac:grpSpMk id="27" creationId="{4DF9A0A8-7D95-F4F5-957F-74AB0368880E}"/>
          </ac:grpSpMkLst>
        </pc:grpChg>
        <pc:grpChg chg="mod">
          <ac:chgData name="Keith Howen" userId="0b0da33ab4355676" providerId="LiveId" clId="{C4B238E9-D423-4B57-89B0-3D2DCD3C0C24}" dt="2025-10-19T01:58:15.585" v="179"/>
          <ac:grpSpMkLst>
            <pc:docMk/>
            <pc:sldMk cId="3413204962" sldId="262"/>
            <ac:grpSpMk id="34" creationId="{FD79E997-BFDB-1BF9-FDAF-6CCC3B8C43DA}"/>
          </ac:grpSpMkLst>
        </pc:grpChg>
        <pc:grpChg chg="mod">
          <ac:chgData name="Keith Howen" userId="0b0da33ab4355676" providerId="LiveId" clId="{C4B238E9-D423-4B57-89B0-3D2DCD3C0C24}" dt="2025-10-19T01:58:20.536" v="186"/>
          <ac:grpSpMkLst>
            <pc:docMk/>
            <pc:sldMk cId="3413204962" sldId="262"/>
            <ac:grpSpMk id="41" creationId="{DA7C5702-8B70-3DE3-5039-4CF47CC214AC}"/>
          </ac:grpSpMkLst>
        </pc:grpChg>
        <pc:grpChg chg="del mod">
          <ac:chgData name="Keith Howen" userId="0b0da33ab4355676" providerId="LiveId" clId="{C4B238E9-D423-4B57-89B0-3D2DCD3C0C24}" dt="2025-10-19T01:59:15.954" v="200"/>
          <ac:grpSpMkLst>
            <pc:docMk/>
            <pc:sldMk cId="3413204962" sldId="262"/>
            <ac:grpSpMk id="51" creationId="{53080313-09BD-89EE-164C-27CB8178AE92}"/>
          </ac:grpSpMkLst>
        </pc:grpChg>
        <pc:grpChg chg="mod">
          <ac:chgData name="Keith Howen" userId="0b0da33ab4355676" providerId="LiveId" clId="{C4B238E9-D423-4B57-89B0-3D2DCD3C0C24}" dt="2025-10-19T02:00:51.116" v="315"/>
          <ac:grpSpMkLst>
            <pc:docMk/>
            <pc:sldMk cId="3413204962" sldId="262"/>
            <ac:grpSpMk id="55" creationId="{3B28516A-B727-9804-FD4A-40D4AA794228}"/>
          </ac:grpSpMkLst>
        </pc:grpChg>
        <pc:grpChg chg="mod">
          <ac:chgData name="Keith Howen" userId="0b0da33ab4355676" providerId="LiveId" clId="{C4B238E9-D423-4B57-89B0-3D2DCD3C0C24}" dt="2025-10-19T02:00:55.447" v="318"/>
          <ac:grpSpMkLst>
            <pc:docMk/>
            <pc:sldMk cId="3413204962" sldId="262"/>
            <ac:grpSpMk id="62" creationId="{583F876B-33FF-A392-FA15-510E45268E7B}"/>
          </ac:grpSpMkLst>
        </pc:grpChg>
        <pc:picChg chg="add del mod">
          <ac:chgData name="Keith Howen" userId="0b0da33ab4355676" providerId="LiveId" clId="{C4B238E9-D423-4B57-89B0-3D2DCD3C0C24}" dt="2025-10-19T01:55:39.693" v="65" actId="478"/>
          <ac:picMkLst>
            <pc:docMk/>
            <pc:sldMk cId="3413204962" sldId="262"/>
            <ac:picMk id="5" creationId="{5ABF3BC9-BA37-85DD-5120-665923334901}"/>
          </ac:picMkLst>
        </pc:picChg>
        <pc:picChg chg="add del mod">
          <ac:chgData name="Keith Howen" userId="0b0da33ab4355676" providerId="LiveId" clId="{C4B238E9-D423-4B57-89B0-3D2DCD3C0C24}" dt="2025-10-19T01:55:39.175" v="64" actId="478"/>
          <ac:picMkLst>
            <pc:docMk/>
            <pc:sldMk cId="3413204962" sldId="262"/>
            <ac:picMk id="7" creationId="{E2DAF103-345C-FC5F-200C-60009E411923}"/>
          </ac:picMkLst>
        </pc:picChg>
        <pc:picChg chg="add del mod modCrop">
          <ac:chgData name="Keith Howen" userId="0b0da33ab4355676" providerId="LiveId" clId="{C4B238E9-D423-4B57-89B0-3D2DCD3C0C24}" dt="2025-10-19T01:55:38.675" v="63" actId="478"/>
          <ac:picMkLst>
            <pc:docMk/>
            <pc:sldMk cId="3413204962" sldId="262"/>
            <ac:picMk id="8" creationId="{7A2A75B9-CB48-099F-B9CC-E0E9D5D2826D}"/>
          </ac:picMkLst>
        </pc:picChg>
        <pc:picChg chg="add mod">
          <ac:chgData name="Keith Howen" userId="0b0da33ab4355676" providerId="LiveId" clId="{C4B238E9-D423-4B57-89B0-3D2DCD3C0C24}" dt="2025-10-19T01:57:02.518" v="103" actId="1076"/>
          <ac:picMkLst>
            <pc:docMk/>
            <pc:sldMk cId="3413204962" sldId="262"/>
            <ac:picMk id="9" creationId="{130C1797-7143-F37C-73CF-CFAACCFBB6B5}"/>
          </ac:picMkLst>
        </pc:picChg>
        <pc:picChg chg="add mod">
          <ac:chgData name="Keith Howen" userId="0b0da33ab4355676" providerId="LiveId" clId="{C4B238E9-D423-4B57-89B0-3D2DCD3C0C24}" dt="2025-10-19T01:57:12.811" v="107" actId="1076"/>
          <ac:picMkLst>
            <pc:docMk/>
            <pc:sldMk cId="3413204962" sldId="262"/>
            <ac:picMk id="11" creationId="{03EAD36D-BBB5-D794-481D-6C7D409A10F7}"/>
          </ac:picMkLst>
        </pc:picChg>
        <pc:picChg chg="add mod">
          <ac:chgData name="Keith Howen" userId="0b0da33ab4355676" providerId="LiveId" clId="{C4B238E9-D423-4B57-89B0-3D2DCD3C0C24}" dt="2025-10-19T01:59:37.120" v="207" actId="1076"/>
          <ac:picMkLst>
            <pc:docMk/>
            <pc:sldMk cId="3413204962" sldId="262"/>
            <ac:picMk id="58" creationId="{A47BF67C-D021-8557-8A61-3461431ADB1B}"/>
          </ac:picMkLst>
        </pc:picChg>
        <pc:inkChg chg="add del">
          <ac:chgData name="Keith Howen" userId="0b0da33ab4355676" providerId="LiveId" clId="{C4B238E9-D423-4B57-89B0-3D2DCD3C0C24}" dt="2025-10-19T01:57:24.422" v="112" actId="9405"/>
          <ac:inkMkLst>
            <pc:docMk/>
            <pc:sldMk cId="3413204962" sldId="262"/>
            <ac:inkMk id="13" creationId="{7762238E-E3F9-9142-87EF-3033F6B97C91}"/>
          </ac:inkMkLst>
        </pc:inkChg>
        <pc:inkChg chg="add">
          <ac:chgData name="Keith Howen" userId="0b0da33ab4355676" providerId="LiveId" clId="{C4B238E9-D423-4B57-89B0-3D2DCD3C0C24}" dt="2025-10-19T01:57:26.169" v="113" actId="9405"/>
          <ac:inkMkLst>
            <pc:docMk/>
            <pc:sldMk cId="3413204962" sldId="262"/>
            <ac:inkMk id="14" creationId="{A1ABE591-79DD-6130-35E6-B4623CEAC924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15" creationId="{8BD16FC2-7D05-CAB2-C41F-CA14832D8D4B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16" creationId="{D5B6EA07-A5AE-76B3-21D1-442C13A7F397}"/>
          </ac:inkMkLst>
        </pc:inkChg>
        <pc:inkChg chg="add mod">
          <ac:chgData name="Keith Howen" userId="0b0da33ab4355676" providerId="LiveId" clId="{C4B238E9-D423-4B57-89B0-3D2DCD3C0C24}" dt="2025-10-19T01:57:35.413" v="120"/>
          <ac:inkMkLst>
            <pc:docMk/>
            <pc:sldMk cId="3413204962" sldId="262"/>
            <ac:inkMk id="17" creationId="{2E537D0F-CE71-C348-5E2D-3706468A79A8}"/>
          </ac:inkMkLst>
        </pc:inkChg>
        <pc:inkChg chg="add mod">
          <ac:chgData name="Keith Howen" userId="0b0da33ab4355676" providerId="LiveId" clId="{C4B238E9-D423-4B57-89B0-3D2DCD3C0C24}" dt="2025-10-19T01:57:35.413" v="120"/>
          <ac:inkMkLst>
            <pc:docMk/>
            <pc:sldMk cId="3413204962" sldId="262"/>
            <ac:inkMk id="18" creationId="{2F75676A-1D46-2CE4-6ADC-5D0746ED53A5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19" creationId="{20C2C1D8-55C8-2756-3F1B-47F1866AE17A}"/>
          </ac:inkMkLst>
        </pc:inkChg>
        <pc:inkChg chg="add mod">
          <ac:chgData name="Keith Howen" userId="0b0da33ab4355676" providerId="LiveId" clId="{C4B238E9-D423-4B57-89B0-3D2DCD3C0C24}" dt="2025-10-19T01:57:35.413" v="120"/>
          <ac:inkMkLst>
            <pc:docMk/>
            <pc:sldMk cId="3413204962" sldId="262"/>
            <ac:inkMk id="20" creationId="{7B709453-998D-0208-668F-78F7BE284992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22" creationId="{4FE3C99F-7243-75D8-9F05-00FF625C536D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23" creationId="{B6625468-315E-0D21-349C-8D9A36A3D995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24" creationId="{B8BFE67E-F279-F434-955E-C1745604190D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25" creationId="{AD8293FC-8F7B-DF2E-9BA3-7377D42EC1DB}"/>
          </ac:inkMkLst>
        </pc:inkChg>
        <pc:inkChg chg="add mod">
          <ac:chgData name="Keith Howen" userId="0b0da33ab4355676" providerId="LiveId" clId="{C4B238E9-D423-4B57-89B0-3D2DCD3C0C24}" dt="2025-10-19T01:57:38.872" v="126"/>
          <ac:inkMkLst>
            <pc:docMk/>
            <pc:sldMk cId="3413204962" sldId="262"/>
            <ac:inkMk id="26" creationId="{45176845-0A3C-E7DD-95AE-416E573875C3}"/>
          </ac:inkMkLst>
        </pc:inkChg>
        <pc:inkChg chg="add mod">
          <ac:chgData name="Keith Howen" userId="0b0da33ab4355676" providerId="LiveId" clId="{C4B238E9-D423-4B57-89B0-3D2DCD3C0C24}" dt="2025-10-19T01:58:15.585" v="179"/>
          <ac:inkMkLst>
            <pc:docMk/>
            <pc:sldMk cId="3413204962" sldId="262"/>
            <ac:inkMk id="28" creationId="{789FF07E-4F26-51C5-F131-C898EFDA83AB}"/>
          </ac:inkMkLst>
        </pc:inkChg>
        <pc:inkChg chg="add mod">
          <ac:chgData name="Keith Howen" userId="0b0da33ab4355676" providerId="LiveId" clId="{C4B238E9-D423-4B57-89B0-3D2DCD3C0C24}" dt="2025-10-19T01:58:15.585" v="179"/>
          <ac:inkMkLst>
            <pc:docMk/>
            <pc:sldMk cId="3413204962" sldId="262"/>
            <ac:inkMk id="29" creationId="{A2F87806-EA5F-BA0A-5D11-5C4835485B41}"/>
          </ac:inkMkLst>
        </pc:inkChg>
        <pc:inkChg chg="add mod">
          <ac:chgData name="Keith Howen" userId="0b0da33ab4355676" providerId="LiveId" clId="{C4B238E9-D423-4B57-89B0-3D2DCD3C0C24}" dt="2025-10-19T01:58:15.585" v="179"/>
          <ac:inkMkLst>
            <pc:docMk/>
            <pc:sldMk cId="3413204962" sldId="262"/>
            <ac:inkMk id="30" creationId="{662FEDFE-0412-606F-344C-B53407FC1BA1}"/>
          </ac:inkMkLst>
        </pc:inkChg>
        <pc:inkChg chg="add mod">
          <ac:chgData name="Keith Howen" userId="0b0da33ab4355676" providerId="LiveId" clId="{C4B238E9-D423-4B57-89B0-3D2DCD3C0C24}" dt="2025-10-19T01:58:15.585" v="179"/>
          <ac:inkMkLst>
            <pc:docMk/>
            <pc:sldMk cId="3413204962" sldId="262"/>
            <ac:inkMk id="31" creationId="{06AE443D-F6F2-EC85-301F-C2D6141BDFD6}"/>
          </ac:inkMkLst>
        </pc:inkChg>
        <pc:inkChg chg="add mod">
          <ac:chgData name="Keith Howen" userId="0b0da33ab4355676" providerId="LiveId" clId="{C4B238E9-D423-4B57-89B0-3D2DCD3C0C24}" dt="2025-10-19T01:58:15.585" v="179"/>
          <ac:inkMkLst>
            <pc:docMk/>
            <pc:sldMk cId="3413204962" sldId="262"/>
            <ac:inkMk id="32" creationId="{28979B8E-62A5-9F10-419E-39DF8947A999}"/>
          </ac:inkMkLst>
        </pc:inkChg>
        <pc:inkChg chg="add mod">
          <ac:chgData name="Keith Howen" userId="0b0da33ab4355676" providerId="LiveId" clId="{C4B238E9-D423-4B57-89B0-3D2DCD3C0C24}" dt="2025-10-19T01:58:15.585" v="179"/>
          <ac:inkMkLst>
            <pc:docMk/>
            <pc:sldMk cId="3413204962" sldId="262"/>
            <ac:inkMk id="33" creationId="{E6CCB0B5-D58B-65F3-F552-DB4A10A90F8E}"/>
          </ac:inkMkLst>
        </pc:inkChg>
        <pc:inkChg chg="add mod">
          <ac:chgData name="Keith Howen" userId="0b0da33ab4355676" providerId="LiveId" clId="{C4B238E9-D423-4B57-89B0-3D2DCD3C0C24}" dt="2025-10-19T01:58:20.536" v="186"/>
          <ac:inkMkLst>
            <pc:docMk/>
            <pc:sldMk cId="3413204962" sldId="262"/>
            <ac:inkMk id="35" creationId="{65EC5E56-1E7F-AC9F-A631-4A85E951A0C4}"/>
          </ac:inkMkLst>
        </pc:inkChg>
        <pc:inkChg chg="add mod">
          <ac:chgData name="Keith Howen" userId="0b0da33ab4355676" providerId="LiveId" clId="{C4B238E9-D423-4B57-89B0-3D2DCD3C0C24}" dt="2025-10-19T01:58:20.536" v="186"/>
          <ac:inkMkLst>
            <pc:docMk/>
            <pc:sldMk cId="3413204962" sldId="262"/>
            <ac:inkMk id="36" creationId="{0405A255-CF3D-0DE6-3457-68FE01CBA437}"/>
          </ac:inkMkLst>
        </pc:inkChg>
        <pc:inkChg chg="add mod">
          <ac:chgData name="Keith Howen" userId="0b0da33ab4355676" providerId="LiveId" clId="{C4B238E9-D423-4B57-89B0-3D2DCD3C0C24}" dt="2025-10-19T01:58:20.536" v="186"/>
          <ac:inkMkLst>
            <pc:docMk/>
            <pc:sldMk cId="3413204962" sldId="262"/>
            <ac:inkMk id="37" creationId="{97958201-88C6-C0EE-AEB2-1E1B24212DEE}"/>
          </ac:inkMkLst>
        </pc:inkChg>
        <pc:inkChg chg="add mod">
          <ac:chgData name="Keith Howen" userId="0b0da33ab4355676" providerId="LiveId" clId="{C4B238E9-D423-4B57-89B0-3D2DCD3C0C24}" dt="2025-10-19T01:58:20.536" v="186"/>
          <ac:inkMkLst>
            <pc:docMk/>
            <pc:sldMk cId="3413204962" sldId="262"/>
            <ac:inkMk id="38" creationId="{BFF3DE33-1379-BDF4-1D99-7493F606A260}"/>
          </ac:inkMkLst>
        </pc:inkChg>
        <pc:inkChg chg="add mod">
          <ac:chgData name="Keith Howen" userId="0b0da33ab4355676" providerId="LiveId" clId="{C4B238E9-D423-4B57-89B0-3D2DCD3C0C24}" dt="2025-10-19T01:58:20.536" v="186"/>
          <ac:inkMkLst>
            <pc:docMk/>
            <pc:sldMk cId="3413204962" sldId="262"/>
            <ac:inkMk id="39" creationId="{2B08AF5F-6F61-1A93-DE04-B92F4F365499}"/>
          </ac:inkMkLst>
        </pc:inkChg>
        <pc:inkChg chg="add mod">
          <ac:chgData name="Keith Howen" userId="0b0da33ab4355676" providerId="LiveId" clId="{C4B238E9-D423-4B57-89B0-3D2DCD3C0C24}" dt="2025-10-19T01:58:20.536" v="186"/>
          <ac:inkMkLst>
            <pc:docMk/>
            <pc:sldMk cId="3413204962" sldId="262"/>
            <ac:inkMk id="40" creationId="{14108019-A241-3896-7544-584454F19DCF}"/>
          </ac:inkMkLst>
        </pc:inkChg>
        <pc:inkChg chg="add del mod">
          <ac:chgData name="Keith Howen" userId="0b0da33ab4355676" providerId="LiveId" clId="{C4B238E9-D423-4B57-89B0-3D2DCD3C0C24}" dt="2025-10-19T02:00:51.114" v="309"/>
          <ac:inkMkLst>
            <pc:docMk/>
            <pc:sldMk cId="3413204962" sldId="262"/>
            <ac:inkMk id="42" creationId="{C64FC611-8156-B81F-B59A-17F9F46CA425}"/>
          </ac:inkMkLst>
        </pc:inkChg>
        <pc:inkChg chg="add del mod">
          <ac:chgData name="Keith Howen" userId="0b0da33ab4355676" providerId="LiveId" clId="{C4B238E9-D423-4B57-89B0-3D2DCD3C0C24}" dt="2025-10-19T02:00:51.114" v="310"/>
          <ac:inkMkLst>
            <pc:docMk/>
            <pc:sldMk cId="3413204962" sldId="262"/>
            <ac:inkMk id="43" creationId="{BC6F8931-9AC3-BB86-FF30-5C8D5C81175A}"/>
          </ac:inkMkLst>
        </pc:inkChg>
        <pc:inkChg chg="add del mod">
          <ac:chgData name="Keith Howen" userId="0b0da33ab4355676" providerId="LiveId" clId="{C4B238E9-D423-4B57-89B0-3D2DCD3C0C24}" dt="2025-10-19T02:00:51.115" v="312"/>
          <ac:inkMkLst>
            <pc:docMk/>
            <pc:sldMk cId="3413204962" sldId="262"/>
            <ac:inkMk id="44" creationId="{BC2E6844-4282-785C-EB6B-454F2357F1BA}"/>
          </ac:inkMkLst>
        </pc:inkChg>
        <pc:inkChg chg="add del mod">
          <ac:chgData name="Keith Howen" userId="0b0da33ab4355676" providerId="LiveId" clId="{C4B238E9-D423-4B57-89B0-3D2DCD3C0C24}" dt="2025-10-19T02:00:51.116" v="314"/>
          <ac:inkMkLst>
            <pc:docMk/>
            <pc:sldMk cId="3413204962" sldId="262"/>
            <ac:inkMk id="45" creationId="{9FA8227B-FFE5-E549-69A3-50A770DFD024}"/>
          </ac:inkMkLst>
        </pc:inkChg>
        <pc:inkChg chg="add del mod">
          <ac:chgData name="Keith Howen" userId="0b0da33ab4355676" providerId="LiveId" clId="{C4B238E9-D423-4B57-89B0-3D2DCD3C0C24}" dt="2025-10-19T02:00:51.116" v="315"/>
          <ac:inkMkLst>
            <pc:docMk/>
            <pc:sldMk cId="3413204962" sldId="262"/>
            <ac:inkMk id="46" creationId="{08D2AB50-3C8E-49D3-E79F-AF054EFE55B6}"/>
          </ac:inkMkLst>
        </pc:inkChg>
        <pc:inkChg chg="add del mod">
          <ac:chgData name="Keith Howen" userId="0b0da33ab4355676" providerId="LiveId" clId="{C4B238E9-D423-4B57-89B0-3D2DCD3C0C24}" dt="2025-10-19T02:00:51.115" v="311"/>
          <ac:inkMkLst>
            <pc:docMk/>
            <pc:sldMk cId="3413204962" sldId="262"/>
            <ac:inkMk id="47" creationId="{3384AD51-8CBE-4765-4BA5-895DD9DA8043}"/>
          </ac:inkMkLst>
        </pc:inkChg>
        <pc:inkChg chg="add del mod">
          <ac:chgData name="Keith Howen" userId="0b0da33ab4355676" providerId="LiveId" clId="{C4B238E9-D423-4B57-89B0-3D2DCD3C0C24}" dt="2025-10-19T02:00:51.115" v="313"/>
          <ac:inkMkLst>
            <pc:docMk/>
            <pc:sldMk cId="3413204962" sldId="262"/>
            <ac:inkMk id="48" creationId="{E06007EC-AAEC-56AA-9CA7-CE8482BA5682}"/>
          </ac:inkMkLst>
        </pc:inkChg>
        <pc:inkChg chg="add mod">
          <ac:chgData name="Keith Howen" userId="0b0da33ab4355676" providerId="LiveId" clId="{C4B238E9-D423-4B57-89B0-3D2DCD3C0C24}" dt="2025-10-19T02:00:51.116" v="315"/>
          <ac:inkMkLst>
            <pc:docMk/>
            <pc:sldMk cId="3413204962" sldId="262"/>
            <ac:inkMk id="49" creationId="{73F0C499-3BD8-7045-B14C-E8E475ECE9C0}"/>
          </ac:inkMkLst>
        </pc:inkChg>
        <pc:inkChg chg="add mod">
          <ac:chgData name="Keith Howen" userId="0b0da33ab4355676" providerId="LiveId" clId="{C4B238E9-D423-4B57-89B0-3D2DCD3C0C24}" dt="2025-10-19T02:00:51.116" v="315"/>
          <ac:inkMkLst>
            <pc:docMk/>
            <pc:sldMk cId="3413204962" sldId="262"/>
            <ac:inkMk id="50" creationId="{AD5D33B9-0A26-A7EB-A5F3-2528B4C796C5}"/>
          </ac:inkMkLst>
        </pc:inkChg>
        <pc:inkChg chg="add mod">
          <ac:chgData name="Keith Howen" userId="0b0da33ab4355676" providerId="LiveId" clId="{C4B238E9-D423-4B57-89B0-3D2DCD3C0C24}" dt="2025-10-19T02:00:51.116" v="315"/>
          <ac:inkMkLst>
            <pc:docMk/>
            <pc:sldMk cId="3413204962" sldId="262"/>
            <ac:inkMk id="52" creationId="{B841B14C-DF30-64CB-A684-5A485B1FA666}"/>
          </ac:inkMkLst>
        </pc:inkChg>
        <pc:inkChg chg="add mod">
          <ac:chgData name="Keith Howen" userId="0b0da33ab4355676" providerId="LiveId" clId="{C4B238E9-D423-4B57-89B0-3D2DCD3C0C24}" dt="2025-10-19T02:00:51.116" v="315"/>
          <ac:inkMkLst>
            <pc:docMk/>
            <pc:sldMk cId="3413204962" sldId="262"/>
            <ac:inkMk id="53" creationId="{3AE5EF41-4966-D28E-0DD9-C10769929D45}"/>
          </ac:inkMkLst>
        </pc:inkChg>
        <pc:inkChg chg="add mod">
          <ac:chgData name="Keith Howen" userId="0b0da33ab4355676" providerId="LiveId" clId="{C4B238E9-D423-4B57-89B0-3D2DCD3C0C24}" dt="2025-10-19T02:00:51.116" v="315"/>
          <ac:inkMkLst>
            <pc:docMk/>
            <pc:sldMk cId="3413204962" sldId="262"/>
            <ac:inkMk id="54" creationId="{9F3D8382-29DA-C83C-9834-C33F9EF49B8E}"/>
          </ac:inkMkLst>
        </pc:inkChg>
        <pc:inkChg chg="add">
          <ac:chgData name="Keith Howen" userId="0b0da33ab4355676" providerId="LiveId" clId="{C4B238E9-D423-4B57-89B0-3D2DCD3C0C24}" dt="2025-10-19T01:59:31.658" v="201" actId="9405"/>
          <ac:inkMkLst>
            <pc:docMk/>
            <pc:sldMk cId="3413204962" sldId="262"/>
            <ac:inkMk id="56" creationId="{98128E79-B757-FE46-D9D8-9966DDF4B790}"/>
          </ac:inkMkLst>
        </pc:inkChg>
        <pc:inkChg chg="add mod">
          <ac:chgData name="Keith Howen" userId="0b0da33ab4355676" providerId="LiveId" clId="{C4B238E9-D423-4B57-89B0-3D2DCD3C0C24}" dt="2025-10-19T02:00:55.447" v="318"/>
          <ac:inkMkLst>
            <pc:docMk/>
            <pc:sldMk cId="3413204962" sldId="262"/>
            <ac:inkMk id="60" creationId="{22BCB60B-A612-F821-6D0A-F348BA367A24}"/>
          </ac:inkMkLst>
        </pc:inkChg>
        <pc:inkChg chg="add mod">
          <ac:chgData name="Keith Howen" userId="0b0da33ab4355676" providerId="LiveId" clId="{C4B238E9-D423-4B57-89B0-3D2DCD3C0C24}" dt="2025-10-19T02:00:55.447" v="318"/>
          <ac:inkMkLst>
            <pc:docMk/>
            <pc:sldMk cId="3413204962" sldId="262"/>
            <ac:inkMk id="61" creationId="{3BC35CB0-FAAE-945F-620B-86677D14DC05}"/>
          </ac:inkMkLst>
        </pc:inkChg>
        <pc:inkChg chg="add">
          <ac:chgData name="Keith Howen" userId="0b0da33ab4355676" providerId="LiveId" clId="{C4B238E9-D423-4B57-89B0-3D2DCD3C0C24}" dt="2025-10-19T02:00:57.283" v="319" actId="9405"/>
          <ac:inkMkLst>
            <pc:docMk/>
            <pc:sldMk cId="3413204962" sldId="262"/>
            <ac:inkMk id="63" creationId="{89E3B8CB-D78C-4C07-91F5-D53493B3256A}"/>
          </ac:inkMkLst>
        </pc:inkChg>
      </pc:sldChg>
      <pc:sldChg chg="addSp delSp modSp new mod">
        <pc:chgData name="Keith Howen" userId="0b0da33ab4355676" providerId="LiveId" clId="{C4B238E9-D423-4B57-89B0-3D2DCD3C0C24}" dt="2025-10-19T02:05:38.472" v="505" actId="20577"/>
        <pc:sldMkLst>
          <pc:docMk/>
          <pc:sldMk cId="1712190108" sldId="263"/>
        </pc:sldMkLst>
        <pc:spChg chg="del">
          <ac:chgData name="Keith Howen" userId="0b0da33ab4355676" providerId="LiveId" clId="{C4B238E9-D423-4B57-89B0-3D2DCD3C0C24}" dt="2025-10-19T02:00:36.869" v="308" actId="478"/>
          <ac:spMkLst>
            <pc:docMk/>
            <pc:sldMk cId="1712190108" sldId="263"/>
            <ac:spMk id="2" creationId="{6123EAA8-91EB-D5CA-757C-8CF48261E8F7}"/>
          </ac:spMkLst>
        </pc:spChg>
        <pc:spChg chg="del">
          <ac:chgData name="Keith Howen" userId="0b0da33ab4355676" providerId="LiveId" clId="{C4B238E9-D423-4B57-89B0-3D2DCD3C0C24}" dt="2025-10-19T02:00:35.790" v="307" actId="478"/>
          <ac:spMkLst>
            <pc:docMk/>
            <pc:sldMk cId="1712190108" sldId="263"/>
            <ac:spMk id="3" creationId="{D2101D2B-69E8-3404-EC4D-AA7834ADBDB7}"/>
          </ac:spMkLst>
        </pc:spChg>
        <pc:spChg chg="add mod">
          <ac:chgData name="Keith Howen" userId="0b0da33ab4355676" providerId="LiveId" clId="{C4B238E9-D423-4B57-89B0-3D2DCD3C0C24}" dt="2025-10-19T02:05:20.630" v="473" actId="20577"/>
          <ac:spMkLst>
            <pc:docMk/>
            <pc:sldMk cId="1712190108" sldId="263"/>
            <ac:spMk id="4" creationId="{5B9F30E1-0039-4525-A0C7-20FD2A7DB5B4}"/>
          </ac:spMkLst>
        </pc:spChg>
        <pc:spChg chg="add mod">
          <ac:chgData name="Keith Howen" userId="0b0da33ab4355676" providerId="LiveId" clId="{C4B238E9-D423-4B57-89B0-3D2DCD3C0C24}" dt="2025-10-19T02:05:38.472" v="505" actId="20577"/>
          <ac:spMkLst>
            <pc:docMk/>
            <pc:sldMk cId="1712190108" sldId="263"/>
            <ac:spMk id="9" creationId="{FC7A0473-6884-9464-AD32-8D5B09C75B9E}"/>
          </ac:spMkLst>
        </pc:spChg>
        <pc:picChg chg="add mod">
          <ac:chgData name="Keith Howen" userId="0b0da33ab4355676" providerId="LiveId" clId="{C4B238E9-D423-4B57-89B0-3D2DCD3C0C24}" dt="2025-10-19T02:04:42.245" v="436" actId="1076"/>
          <ac:picMkLst>
            <pc:docMk/>
            <pc:sldMk cId="1712190108" sldId="263"/>
            <ac:picMk id="6" creationId="{9790D9E4-1B54-5D72-3816-6F71CDA23875}"/>
          </ac:picMkLst>
        </pc:picChg>
        <pc:picChg chg="add mod">
          <ac:chgData name="Keith Howen" userId="0b0da33ab4355676" providerId="LiveId" clId="{C4B238E9-D423-4B57-89B0-3D2DCD3C0C24}" dt="2025-10-19T02:05:15.022" v="440" actId="1076"/>
          <ac:picMkLst>
            <pc:docMk/>
            <pc:sldMk cId="1712190108" sldId="263"/>
            <ac:picMk id="8" creationId="{CF6964D9-E771-8B2C-A73C-42D41C1511D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1:56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813 266 24575,'-1'-1'0,"1"0"0,-1 0 0,1 0 0,-1 0 0,1 0 0,-1 0 0,0 1 0,0-1 0,1 0 0,-1 0 0,0 1 0,0-1 0,0 0 0,0 1 0,0-1 0,1 1 0,-1-1 0,0 1 0,0 0 0,-1-1 0,1 1 0,0 0 0,0 0 0,0 0 0,0-1 0,0 1 0,-1 1 0,-37-4 0,35 3 0,-24-1 0,-176 3 0,163 4 0,1 2 0,-73 24 0,80-20 0,2 2 0,0 0 0,-51 34 0,72-42 0,-1 2 0,1-1 0,0 1 0,1 0 0,0 1 0,0 0 0,1 1 0,1 0 0,-1 0 0,1 1 0,1-1 0,0 1 0,1 1 0,0-1 0,0 1 0,1 0 0,1 0 0,0 0 0,1 1 0,0-1 0,1 1 0,0 14 0,0-3 0,1-1 0,2 1 0,0 0 0,1-1 0,1 0 0,2 0 0,0 0 0,2 0 0,0-1 0,1-1 0,22 38 0,-22-51 0,0 0 0,0-1 0,1 0 0,0-1 0,0 0 0,0 0 0,1-1 0,0 0 0,0-1 0,0 0 0,19 3 0,75 6 0,-1-5 0,139-7 0,-119-2 0,-107-2 0,0 1 0,-1-2 0,1 0 0,-1-1 0,0-1 0,0 0 0,21-13 0,-20 11 0,13-7 0,0-2 0,44-32 0,-60 39 0,-1 0 0,0 0 0,-1-2 0,0 1 0,-1-1 0,0-1 0,16-25 0,-19 23 0,-1-1 0,-1 1 0,0-1 0,-1-1 0,-1 1 0,-1 0 0,3-33 0,-4 5 0,-7-81 0,3 115 0,0 1 0,-1 0 0,0 0 0,0 1 0,-1-1 0,0 1 0,-6-10 0,-39-55 0,46 69 0,-18-25 0,-1 1 0,-1 1 0,-1 1 0,-1 2 0,-34-27 0,22 22 0,30 22 0,0 1 0,-1 0 0,0 1 0,0-1 0,0 1 0,-1 1 0,-16-7 0,-3 2 0,13 3 0,-1 1 0,0 0 0,0 1 0,-1 1 0,1 0 0,-33 0 0,48 3-72,0 0 1,-1 1-1,1-1 0,0 0 0,0 0 0,0 0 0,-1 1 0,1-1 1,0 1-1,0-1 0,0 1 0,0-1 0,0 1 0,0 0 0,0-1 1,0 1-1,0 0 0,-1 1 0,-2 6-6754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0:51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1112 24575,'141'18'0,"-41"-18"0,-33-14 0,194-61 0,947-305-2249,-1198 376 2249,190-73 0,-195 74 0,28-14 0,-33 16 0,0 1 0,1 0 0,-1 0 0,1-1 0,-1 1 0,0 0 0,1-1 0,-1 1 0,1 0 0,-1-1 0,0 1 0,0 0 0,1-1 0,-1 1 0,0-1 0,0 1 0,1-1 0,-1 1 0,0-1 0,0 1 0,0 0 0,0-1 0,0 1 0,0-1 0,0 1 0,0-1 0,0 1 0,0-1 0,0 1 0,0-1 0,0 1 0,0-1 0,0 1 0,0-1 0,-1 1 0,1-1 0,0 1 0,0 0 0,0-1 0,-1 1 0,1-1 0,0 1 0,-1 0 0,1-1 0,0 1 0,-1 0 0,1-1 0,0 1 0,-1 0 0,1-1 0,-1 1 0,1 0 0,-1 0 0,0-1 21,0 0 0,1 1 0,-1-1 0,0 0 0,1 0 0,-1 0-1,1 1 1,-1-1 0,1 0 0,-1 0 0,1 0 0,0 0 0,-1 0 0,1 0 0,0 0 0,0 0-1,0 0 1,0 0 0,0 0 0,0 0 0,0 0 0,0 0 0,0 0 0,0 0 0,0 0-1,1 0 1,-1 0 0,0 1 0,1-1 0,-1 0 0,0 0 0,1 0 0,0 0 0,-1 0 0,1 1-1,-1-1 1,1 0 0,0 0 0,0 1 0,-1-1 0,2 0 0,39-38 1218,-32 31-1107,-7 7-132,0 0 0,-1 0 0,1-1 0,-1 1 0,1-1 0,-1 1 0,0-1 0,0 0 0,1 1 0,-1-1 0,0 0 0,-1 0 0,1 0 0,0 0 0,0 0 0,-1 0 0,1 0 0,-1 0 0,0 0 0,0 0 0,0 0 0,0 0 0,0 0 0,0-3 0,-1 3 0,-1-1 0,1 1 0,0-1 0,-1 1 0,0-1 0,1 1 0,-1 0 0,0 0 0,0 0 0,-1 0 0,1 0 0,0 0 0,-1 0 0,-4-2 0,-8-3 0,0 0 0,-1 1 0,0 1 0,-27-6 0,-76-22 0,78 20 0,-66-12 0,-98-24-855,27 5 166,-14 5 947,-174-35 1028,265 57-1286,3 0 0,-192-8 0,286 25 0,0 1 0,0-1 0,0 1 0,-1 0 0,1 0 0,1 1 0,-1-1 0,0 1 0,0 0 0,1 0 0,-1 0 0,1 1 0,-1-1 0,1 1 0,0 0 0,0-1 0,-4 7 0,-5 6 0,1 0 0,-16 29 0,8-12 0,-51 73 0,0 19 0,34-53 0,30-56 0,0-1 0,-2 1 0,0-1 0,-14 19 0,5-9 0,-26 47 0,9-14 0,20-36 0,2 0 0,0 1 0,1 1 0,2 0 0,0 0 0,-9 42 0,11-28 0,2 0 0,1 0 0,2 45 0,2-75 0,0 0 0,1 0 0,0 0 0,0 0 0,1 0 0,-1 0 0,2-1 0,-1 1 0,1-1 0,0 1 0,0-1 0,1 0 0,-1 0 0,1 0 0,1-1 0,-1 1 0,1-1 0,0 0 0,0 0 0,1-1 0,-1 1 0,1-1 0,0-1 0,0 1 0,0-1 0,9 3 0,8 6 0,0-1 0,1-1 0,0-1 0,0-1 0,1-1 0,0-1 0,1-1 0,-1-2 0,40 1 0,-48-4-341,0 0 0,0-2-1,20-3 1,-22 1-6485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0:52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1185 748 24575,'141'-18'0,"40"1"0,-96 6 0,-26 4-478,73-17 0,-109 18 614,-1 0 1,0-2 0,-1 0-1,0-2 1,0 0 0,25-17-1,-43 24-136,1 1 0,-1-1 0,0 0 0,0-1 0,0 1 0,0-1 0,0 1 0,-1-1 0,1 0 0,-1 0 0,0 0 0,0 0 0,-1 0 0,1 0 0,-1-1 0,1-6 0,-1 3 0,0-1 0,-1 0 0,0 0 0,-1 0 0,1 0 0,-2 0 0,-4-17 0,0 7 0,-1 1 0,0 0 0,-1 0 0,-2 0 0,1 1 0,-2 1 0,-13-17 0,5 10 0,14 15 0,-1 0 0,0 1 0,0 0 0,-1 0 0,0 1 0,0-1 0,-1 2 0,-13-10 0,-83-47 0,87 56 0,-1 1 0,-32-6 0,-20-6 0,49 12 0,0 1 0,0 0 0,-24 0 0,-16-3 0,-147-10 0,130 9 0,52 7 0,0-2 0,0 0 0,-37-11 0,36 8 0,-1 2 0,1 0 0,-1 2 0,0 1 0,-48 5 0,-2-2 0,61-1 0,0 0 0,1 1 0,-1 1 0,1 1 0,0 0 0,-19 8 0,-91 46 0,50-22 0,12-10 0,43-19 0,1 1 0,1 1 0,-1 0 0,2 1 0,-32 23 0,11-3 0,28-23 0,1 1 0,-1 0 0,-14 16 0,22-20 0,0 0 0,1 0 0,-1 0 0,1 0 0,-1 1 0,1-1 0,1 1 0,-1-1 0,0 1 0,1-1 0,0 1 0,0 0 0,0 8 0,-1 22 0,2 0 0,5 42 0,-4-67 0,1 1 0,0-1 0,1 0 0,0 1 0,0-1 0,1-1 0,1 1 0,0 0 0,0-1 0,0 0 0,13 14 0,-11-16 0,1 0 0,1-1 0,-1 0 0,1 0 0,0-1 0,0 0 0,1-1 0,18 6 0,82 20 0,-69-25 0,0-1 0,0-2 0,64-5 0,-11 1 0,-19 2 0,111-14 0,-123 8 0,0 3 0,70 6 0,-20-1 0,-34-11 134,-18 1-1633,-46 7-5327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00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1959 24575,'11'-1'0,"-1"0"0,0-2 0,-1 1 0,1-1 0,0 0 0,-1-1 0,1 0 0,-1-1 0,10-6 0,50-20 0,40-7-123,144-71-1,-215 92-119,321-118 150,-233 93 88,-39 15 5,92-13 0,-20 4 0,78-29 0,90-23 0,-152 43 0,18 6 588,282-61-588,-405 84 0,142-39 0,408-125 0,-350 121 0,205-27 0,-190 33 0,-244 46 0,211-28 0,88-8 0,3 0-708,32-13 708,-102 9 0,47-11 0,-81 14 0,17-5 0,202-29 0,-219 49 0,-182 22 146,1 3-1,98 4 1,45-1 125,-87-16-271,-77 10 0,1 1 0,43 0 0,-24 6 0,93-13 0,-72 7 0,-57 5 0,-1 0 0,0-1 0,34-9 0,-23 4 0,0 1 0,0 2 0,1 1 0,45 1 0,57-5 0,-33-1 0,165 7 0,-117 3 0,1040-2 0,-912-18 0,-39 1 0,-28-2 0,1028 20 0,-1234-1 0,1 1 0,-1-1 0,0 1 0,1 0 0,-1 0 0,0 1 0,0-1 0,0 1 0,0 0 0,0 0 0,0 0 0,0 1 0,-1 0 0,1-1 0,-1 1 0,0 0 0,0 0 0,5 7 0,4 6 0,-1 1 0,18 36 0,-1-3 0,-20-35 0,-1 0 0,0 0 0,7 28 0,6 13 0,42 117 0,-34-85 0,-21-59 0,-12-21 0,-11-13 0,6-4 0,1 0 0,0-1 0,0 0 0,1 0 0,0-1 0,-8-17 0,6 13 0,-47-89 0,54 92 0,12 11 0,14 15 0,8 26 0,-13-20 0,-1 1 0,-1 1 0,-1 1 0,-1 0 0,-1 1 0,12 31 0,-25-53 0,0-1 0,1 1 0,-1-1 0,0 1 0,1-1 0,-1 0 0,1 1 0,-1-1 0,1 0 0,-1 1 0,1-1 0,0 0 0,0 0 0,0 0 0,0 0 0,0 1 0,0-1 0,0-1 0,0 1 0,0 0 0,0 0 0,1 0 0,-1 0 0,0-1 0,1 1 0,2 0 0,-3-2 0,1 1 0,0-1 0,0 0 0,-1 0 0,1 0 0,0 0 0,-1 0 0,1-1 0,-1 1 0,1 0 0,-1-1 0,0 1 0,0-1 0,1 0 0,-1 1 0,0-1 0,0 0 0,0-2 0,16-21 0,0 1 0,2 0 0,1 1 0,0 2 0,28-24 0,22-23 0,-53 50 0,21-22 0,45-37 0,-32 16 0,-51 61 0,0 0 0,0 0 0,0 0 0,0-1 0,0 1 0,1 0 0,-1 0 0,0 0 0,0 0 0,0 0 0,0 0 0,0 0 0,0 0 0,0 0 0,0 0 0,0 0 0,1 0 0,-1 0 0,0 0 0,0 0 0,0-1 0,0 1 0,0 0 0,0 0 0,0 0 0,0 0 0,1 0 0,-1 0 0,0 0 0,0 1 0,0-1 0,0 0 0,0 0 0,0 0 0,0 0 0,1 0 0,-1 0 0,0 0 0,0 0 0,0 0 0,0 0 0,0 0 0,0 0 0,0 0 0,0 0 0,0 0 0,0 1 0,1-1 0,-1 0 0,0 0 0,0 0 0,0 0 0,0 0 0,0 0 0,0 0 0,0 0 0,0 1 0,0-1 0,0 0 0,0 0 0,0 0 0,0 0 0,0 0 0,0 0 0,0 0 0,0 1 0,0-1 0,0 0 0,-2 15 0,-8 13 0,-58 80 0,31-54 0,-54 106 0,67-120 0,14-26 0,2 0 0,0 1 0,-11 28 0,15-32 0,-1-1 0,0 0 0,-1 0 0,-10 14 0,-9 15 0,23-36 0,0 1 0,1-1 0,-1 0 0,0 0 0,-1 0 0,1 0 0,0-1 0,-1 1 0,0-1 0,1 1 0,-1-1 0,0 0 0,0 0 0,0 0 0,-1 0 0,1-1 0,-5 3 0,5-4 0,1 0 0,-1 0 0,0 0 0,1 0 0,-1 0 0,1-1 0,-1 1 0,1-1 0,-1 0 0,1 0 0,-1 0 0,1 0 0,0 0 0,-1 0 0,1-1 0,0 1 0,0-1 0,0 1 0,0-1 0,0 0 0,0 0 0,0 0 0,1 0 0,-1 0 0,-1-3 0,-84-132 0,63 96 0,-1 2 0,-50-62 0,19 26 0,51 69 0,14 13 0,13 15 0,112 147 0,-130-165 0,-1 1 0,1-1 0,0 0 0,0 0 0,1-1 0,-1 1 0,1-1 0,0 0 0,0 0 0,8 3 0,-11-5 0,0 0 0,-1-1 0,1 1 0,0-1 0,0 0 0,0 0 0,0 0 0,0 0 0,0 0 0,0 0 0,0 0 0,0 0 0,0-1 0,0 1 0,-1-1 0,1 0 0,0 1 0,0-1 0,-1 0 0,1 0 0,0 0 0,-1 0 0,1 0 0,-1-1 0,1 1 0,-1 0 0,1-1 0,-1 1 0,0-1 0,0 1 0,0-1 0,1-2 0,13-18 0,0 1 0,1 1 0,0 0 0,37-31 0,88-61 0,-41 34 0,-23 16 0,101-91 0,-177 152 0,-1 0 0,1 1 0,-1-1 0,1 0 0,0 1 0,-1-1 0,1 1 0,0-1 0,-1 0 0,1 1 0,0 0 0,0-1 0,0 1 0,-1-1 0,1 1 0,0 0 0,0 0 0,0-1 0,0 1 0,0 0 0,-1 0 0,1 0 0,0 0 0,2 0 0,-3 1 0,1-1 0,0 1 0,-1 0 0,1-1 0,0 1 0,-1 0 0,1-1 0,-1 1 0,1 0 0,-1 0 0,0 0 0,1-1 0,-1 1 0,0 0 0,0 0 0,1 0 0,-1 0 0,0 0 0,0 1 0,0 2 0,1 1 0,-2 0 0,1-1 0,0 1 0,-1-1 0,0 1 0,0-1 0,0 1 0,-2 3 0,-12 23 0,-2-2 0,-1 0 0,-1-1 0,-1-1 0,-29 29 0,-27 23 0,-47 45 0,96-97 0,-45 55 0,54-59 0,-8 24 0,24-40 0,-1 0 0,0-1 0,-1 1 0,0-1 0,-5 7 0,9-13 0,-1 1 0,1-1 0,-1 1 0,0-1 0,1 1 0,-1-1 0,0 0 0,0 0 0,1 1 0,-1-1 0,0 0 0,0 0 0,0 0 0,1 0 0,-1 1 0,0-1 0,0-1 0,1 1 0,-1 0 0,0 0 0,0 0 0,0 0 0,1 0 0,-1-1 0,0 1 0,0 0 0,1-1 0,-1 1 0,0 0 0,1-1 0,-1 1 0,0-1 0,1 1 0,-1-1 0,1 0 0,-1 1 0,1-1 0,-1 1 0,1-1 0,-1 0 0,1-1 0,-26-35 0,21 28 0,-15-22 0,-1 0 0,-49-52 0,47 52-1365,16 22-5461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07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47 24575,'-2'-2'0,"0"0"0,-1 0 0,1 1 0,0-1 0,-1 1 0,1 0 0,-1 0 0,1 0 0,-1 0 0,0 0 0,1 0 0,-1 1 0,0-1 0,0 1 0,1 0 0,-4 0 0,-5-2 0,-135-25 0,145 27 0,0 0 0,-1 0 0,1 0 0,0 1 0,0-1 0,-1 0 0,1 1 0,0-1 0,0 1 0,-1-1 0,1 1 0,0 0 0,0-1 0,0 1 0,0 0 0,0 0 0,0 0 0,0 0 0,0 0 0,0 0 0,1 0 0,-1 0 0,0 0 0,1 0 0,-1 0 0,1 1 0,-1-1 0,1 0 0,-1 0 0,1 1 0,0-1 0,0 0 0,-1 1 0,1-1 0,0 0 0,0 1 0,1 1 0,-1 63 0,1-51 0,-2 122 0,4 62 0,5-138 0,-4-36 0,2 48 0,-6-31 0,1 0 0,11 55 0,-3-45 0,-3 0 0,0 69 0,-5-88 0,1 1 0,9 44 0,5 69 0,-10-68 0,11 11 0,-11-68 0,-1 1 0,-2-1 0,2 32 0,12 104 0,-17-124 0,-1 48 0,15 120 0,-8-135 0,-3 0 0,-5 70 0,-1-20 0,4-86 0,2 0 0,7 35 0,7 75 0,-11-87 0,-3 0 0,-5 81 0,-1-29 0,3-73 0,0 50 0,-14 118 0,14-199 0,-17 112 0,-5 176 0,22 345 0,-1-613 0,-1-1 0,-2 0 0,0 1 0,-11 32 0,8-33 0,1 0 0,1 0 0,1 1 0,-2 34 0,7 333 0,0-376 0,0 0 0,1 0 0,6 23 0,-6-30 0,-1 0 0,1 0 0,1-1 0,-1 1 0,1 0 0,0-1 0,0 0 0,0 0 0,1 0 0,5 6 0,-7-10 0,-1-1 0,1 1 0,-1-1 0,1 1 0,-1-1 0,1 0 0,-1 0 0,1 1 0,0-1 0,-1 0 0,1 0 0,-1-1 0,1 1 0,-1 0 0,1-1 0,0 1 0,-1 0 0,1-1 0,1 0 0,36-16 0,-24 9 0,26-6 0,-30 11 0,1-1 0,-1 0 0,0-1 0,18-10 0,-2-1 0,0 2 0,1 1 0,47-15 0,-4 2 0,-66 23 0,-1 0 0,-1 0 0,1 0 0,0-1 0,-1 1 0,1-1 0,-1 0 0,0 0 0,-1 0 0,1 0 0,-1-1 0,1 1 0,-1-1 0,0 1 0,-1-1 0,3-9 0,1-7 0,0-1 0,3-31 0,-4-12 0,-2-1 0,-8-65 0,-31-80 0,30 150 0,-2-38 0,7 77 0,0 1 0,-1-1 0,-8-27 0,6 27 0,0 0 0,2 0 0,-2-27 0,5-24 0,-12-101 0,6 107 0,2 1 0,7-72 0,0 21 0,-3-677 0,-19 618 0,19-530 0,20 566 0,-10 61 0,-3 34 0,-1 5 0,-1 1 0,1-58 0,-8 9 0,4-124 0,6 151 0,-4 36 0,2-48 0,-8-6 0,4-107 0,6 126 0,-4 34 0,1-46 0,-5 54 0,-1-42 0,3 1 0,10-73 0,-11 130 0,-1 0 0,0 0 0,1 0 0,-1 0 0,0 0 0,0-1 0,0 1 0,-1 0 0,1 0 0,-1 0 0,1 0 0,-1 0 0,1 1 0,-1-1 0,0 0 0,0 0 0,0 0 0,0 0 0,0 1 0,-3-4 0,1 3 0,0-1 0,0 1 0,0 0 0,0 0 0,0 1 0,-1-1 0,1 1 0,0-1 0,-1 1 0,0 0 0,-3 0 0,-13-2 0,0 1 0,1 1 0,-34 3 0,28-1 0,8 0-1365,2-1-5461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34.09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36.58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2298 265 24575,'0'-3'0,"-1"1"0,1-1 0,-1 1 0,0 0 0,0-1 0,0 1 0,0 0 0,0-1 0,0 1 0,0 0 0,-1 0 0,1 0 0,-1 0 0,0 0 0,1 0 0,-1 1 0,0-1 0,0 0 0,0 1 0,-1 0 0,-3-3 0,-58-24 0,38 18 0,-47-21 0,-1 2 0,-79-17 0,102 29 0,38 12 0,1 1 0,-1 0 0,0 1 0,-26-3 0,-32-2 0,-17-1 0,-106-9 0,-407 19 0,578 1 0,-1 1 0,1 1 0,-1 2 0,1 0 0,-41 17 0,-5 1 0,-54 25 0,39-13 0,73-30 0,0 1 0,1 1 0,0 0 0,0 0 0,0 1 0,1 0 0,-12 16 0,13-15 0,-126 167 0,121-154 0,1 0 0,1 1 0,-12 38 0,15-37 0,2 1 0,1 0 0,1 1 0,1-1 0,1 0 0,1 1 0,2 0 0,6 41 0,-4-56 0,1 0 0,0-1 0,0 1 0,2-1 0,-1 0 0,12 16 0,49 61 0,-50-68 0,83 96 0,-86-100 0,1 0 0,0-1 0,1 0 0,1-2 0,0 0 0,1 0 0,0-2 0,1 0 0,0-1 0,1-1 0,0 0 0,38 11 0,0 2 0,-44-16 0,0 0 0,0-1 0,22 5 0,144 34 0,-93-32 0,-44-6 0,65 15 0,-76-15 0,0-1 0,1-2 0,-1-1 0,1-1 0,37-5 0,15 2 0,78 4 0,175-5 0,-272-5 0,-1-2 0,79-25 0,-12 3 0,-99 23 0,53-22 0,-9 3 0,-40 18 0,-1-2 0,0-2 0,-1-1 0,-1-2 0,61-40 0,-88 51 0,1 0 0,-1-1 0,0 0 0,-1 0 0,0 0 0,0-1 0,0 0 0,-1 0 0,0 0 0,0 0 0,-1-1 0,-1 1 0,1-1 0,-1 0 0,1-14 0,1-16 0,-2 0 0,-4-53 0,0 27 0,1 44 0,-1 1 0,0 0 0,-1 0 0,-2 0 0,0 0 0,-1 0 0,-13-27 0,-1 13 0,-44-54 0,37 53 0,-29-24 0,18 21 0,22 23 0,0 1 0,-1 1 0,-34-20 0,25 17 0,-17-10 0,-85-35 0,78 39 0,49 21-54,0 0-1,0 1 0,0-1 1,0 1-1,0-1 1,-1 1-1,1 0 0,0-1 1,0 1-1,-1 0 1,1 0-1,0 0 0,0 0 1,-1 0-1,1 0 0,0 0 1,0 0-1,-1 1 1,1-1-1,0 0 0,0 1 1,0-1-1,-1 1 1,0 0-1,-4 6-6771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1.58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333 56 24575,'-1'-2'0,"0"0"0,1 0 0,-1-1 0,0 1 0,0 0 0,0 1 0,0-1 0,-1 0 0,1 0 0,-1 0 0,1 1 0,-1-1 0,1 1 0,-1-1 0,0 1 0,0 0 0,0-1 0,1 1 0,-1 0 0,0 0 0,-1 0 0,-1 0 0,-49-15 0,43 15 0,1 0 0,0 1 0,0 0 0,0 0 0,-1 1 0,1 0 0,0 1 0,0 0 0,0 0 0,0 1 0,1 0 0,-17 8 0,20-7 0,0-1 0,1 1 0,-1 0 0,1 0 0,0 0 0,0 1 0,1-1 0,-1 1 0,1 0 0,0 0 0,0 1 0,1-1 0,-1 0 0,1 1 0,0-1 0,1 1 0,-1 0 0,1 0 0,0-1 0,1 1 0,-1 9 0,2-8 0,-1 1 0,1-1 0,0 1 0,1-1 0,-1 1 0,1-1 0,1 0 0,0 0 0,0 0 0,0 0 0,1 0 0,0-1 0,0 0 0,0 0 0,1 0 0,6 7 0,14 19 0,-20-25 0,-1 0 0,0 1 0,0-1 0,-1 1 0,0 0 0,0 0 0,-1 0 0,0 0 0,-1 1 0,1-1 0,-2 0 0,1 1 0,-1-1 0,0 1 0,-1-1 0,0 0 0,-2 10 0,1-12 0,1 0 0,-1 0 0,0-1 0,0 1 0,-1-1 0,0 1 0,0-1 0,0 0 0,-1 0 0,0 0 0,1 0 0,-2-1 0,1 1 0,-1-1 0,1 0 0,-1-1 0,0 1 0,0-1 0,-1 0 0,1 0 0,-1 0 0,1-1 0,-11 3 0,-19 0-1365,19-3-5461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2.08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90 260 24575,'2'-3'0,"0"1"0,0-1 0,0 1 0,1-1 0,-1 1 0,0 0 0,1 0 0,0 0 0,-1 0 0,6-2 0,4-4 0,9-9 0,-14 11 0,1 0 0,-1 0 0,0-1 0,-1 0 0,1 0 0,6-10 0,-12 14 0,1 0 0,-1 0 0,0 0 0,0-1 0,0 1 0,-1 0 0,1 0 0,-1 0 0,1-1 0,-1 1 0,0 0 0,0 0 0,-1-1 0,1 1 0,-1 0 0,1 0 0,-1-1 0,0 1 0,0 0 0,0 0 0,-1 0 0,1 0 0,-3-3 0,1 0 0,-1 0 0,0 0 0,0 0 0,-1 0 0,0 0 0,0 1 0,0 0 0,0 0 0,-9-6 0,12 10 0,-1 0 0,1-1 0,-1 1 0,1 0 0,-1 0 0,0 0 0,1 1 0,-1-1 0,0 1 0,1-1 0,-1 1 0,0 0 0,1 0 0,-1 0 0,0 0 0,0 1 0,1-1 0,-1 1 0,0-1 0,1 1 0,-1 0 0,1 0 0,-1 0 0,1 1 0,-1-1 0,1 0 0,-3 3 0,-1 1 0,0 0 0,0 0 0,0 0 0,1 1 0,0 0 0,0 0 0,0 0 0,1 1 0,0 0 0,0-1 0,1 1 0,0 1 0,0-1 0,0 0 0,1 1 0,0 0 0,1-1 0,0 1 0,0 0 0,1 0 0,0 9 0,0-9 0,0-1 0,0 1 0,1-1 0,0 1 0,1-1 0,0 0 0,0 1 0,0-1 0,1 0 0,0 0 0,5 8 0,-6-11 0,1-1 0,-1 1 0,1-1 0,0 0 0,0 0 0,0 0 0,0 0 0,1-1 0,-1 1 0,1-1 0,0 0 0,-1 0 0,1 0 0,0 0 0,0-1 0,0 0 0,0 0 0,1 0 0,-1 0 0,0 0 0,5-1 0,204-2 0,-205 0 2,0 0 0,0 0 0,0-1 0,0 0 0,0-1 0,-1 1 0,9-6 0,11-6-1383,-16 10-5445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2.40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269 37 24575,'0'-1'0,"-1"-1"0,0 1 0,0-1 0,0 1 0,1 0 0,-1-1 0,0 1 0,-1 0 0,1 0 0,0 0 0,0-1 0,0 1 0,-1 0 0,1 1 0,0-1 0,-1 0 0,1 0 0,-1 1 0,1-1 0,-1 1 0,0-1 0,-1 0 0,-38-9 0,34 9 0,0 0 0,0 1 0,0-1 0,0 1 0,0 0 0,0 1 0,0 0 0,1 0 0,-1 1 0,0-1 0,0 2 0,1-1 0,-1 1 0,1 0 0,0 0 0,0 0 0,0 1 0,0 0 0,1 0 0,-1 1 0,1-1 0,0 1 0,0 0 0,1 1 0,0-1 0,0 1 0,0 0 0,0 0 0,1 0 0,0 0 0,1 1 0,-1-1 0,1 1 0,-2 10 0,1-3 0,1 0 0,0 0 0,0 16 0,2-28 0,0 1 0,-1-1 0,1 1 0,0 0 0,0-1 0,1 1 0,-1-1 0,1 1 0,-1-1 0,1 1 0,0-1 0,0 1 0,0-1 0,0 1 0,0-1 0,0 0 0,1 0 0,-1 0 0,1 0 0,-1 0 0,1 0 0,0 0 0,0 0 0,2 1 0,-2-3 0,0 0 0,-1 0 0,1 0 0,0 0 0,-1 0 0,1-1 0,0 1 0,-1-1 0,1 1 0,-1-1 0,1 1 0,-1-1 0,1 0 0,-1 0 0,1 0 0,-1 0 0,0 0 0,1 0 0,-1 0 0,0 0 0,2-2 0,30-37 0,-19 24 0,27-29 0,53-77 0,-86 113-1365,-1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2.62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21 0 24575,'3'139'0,"-6"147"0,-7-222-30,7-50-118,0 0-1,1-1 1,1 1 0,0 0-1,0 0 1,2 0 0,0 0-1,4 19 1,-2-22-6678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2.95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16 24575,'425'0'0,"-374"-8"50,-28 3-1465,-10 3-5411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3.42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0 24575,'-1'24'0,"2"1"0,1-1 0,1 0 0,1 0 0,12 42 0,41-178 0,-55 109 0,0 0 0,-1 0 0,1 1 0,0-1 0,1 1 0,-1-1 0,0 1 0,1 0 0,-1 0 0,1 0 0,0 0 0,-1 0 0,1 1 0,0-1 0,0 1 0,0 0 0,0 0 0,0 0 0,1 0 0,-1 1 0,0-1 0,0 1 0,4 0 0,-2 0 0,0 1 0,0 0 0,0 0 0,-1 1 0,1 0 0,-1 0 0,1 0 0,-1 0 0,0 0 0,0 1 0,0 0 0,0 0 0,0 0 0,6 7 0,-8-7-80,1-1 0,-1 1-1,1-1 1,0 1 0,0-1-1,0 0 1,0 0 0,0 0-1,1-1 1,-1 1 0,1-1 0,-1 0-1,1 0 1,-1 0 0,1 0-1,3 0 1,4-2-6746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3.73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24575,'1'13'0,"0"1"0,1 0 0,1 0 0,0-1 0,1 0 0,1 0 0,9 21 0,-9-23 0,0-2 0,0 1 0,1 0 0,1-1 0,-1 0 0,2-1 0,-1 0 0,1 0 0,17 13 0,-24-20 0,0-1 0,1 1 0,-1-1 0,0 0 0,0 0 0,1 0 0,-1 0 0,0 0 0,0 0 0,1 0 0,-1 0 0,0 0 0,1 0 0,-1-1 0,0 1 0,0-1 0,0 1 0,1-1 0,-1 1 0,0-1 0,0 0 0,0 1 0,0-1 0,0 0 0,0 0 0,0 0 0,0 0 0,-1 0 0,1 0 0,0 0 0,0-1 0,32-45 0,-21 29 0,-4 7-151,1 0-1,-1 0 0,-1-1 0,0 0 1,-1 0-1,0 0 0,-1-1 1,4-14-1,-6 14-6674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4.39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24575,'1'0'0,"1"1"0,-1 0 0,0 0 0,1 0 0,-1 0 0,1 0 0,-1 0 0,0 0 0,0 0 0,0 0 0,0 0 0,0 1 0,0-1 0,0 1 0,0-1 0,0 0 0,0 1 0,-1 0 0,1-1 0,-1 1 0,1 3 0,10 35 0,3 124 0,-12-137 0,0-16 0,6-31 0,-4 7 0,2 1 0,-1-1 0,1 1 0,1 1 0,0-1 0,1 1 0,0 1 0,1-1 0,0 1 0,0 1 0,1 0 0,14-10 0,-23 18 0,0 0 0,0 1 0,0-1 0,1 1 0,-1-1 0,0 1 0,0-1 0,1 1 0,-1 0 0,0 0 0,1-1 0,-1 1 0,0 0 0,1 0 0,-1 0 0,0 1 0,1-1 0,-1 0 0,0 0 0,0 1 0,1-1 0,-1 1 0,0-1 0,2 2 0,0 0 0,0 0 0,-1 0 0,1 1 0,-1-1 0,1 1 0,-1 0 0,0-1 0,0 1 0,2 5 0,3 8 0,0-1 0,-1 1 0,3 17 0,-7-27 0,-2-4 0,0 0 0,1 0 0,-1 0 0,1 0 0,-1 0 0,1-1 0,0 1 0,0 0 0,0 0 0,0 0 0,0-1 0,0 1 0,1 0 0,-1-1 0,0 0 0,1 1 0,-1-1 0,4 3 0,-3-4 0,-1-1 0,1 1 0,-1 0 0,1-1 0,-1 1 0,1-1 0,-1 1 0,0-1 0,1 1 0,-1-1 0,0 0 0,1 0 0,-1 0 0,0 0 0,0 0 0,0 0 0,0 0 0,0 0 0,0 0 0,0 0 0,0-1 0,0 1 0,0 0 0,0-3 0,8-9 0,1 1 0,0 0 0,0 0 0,25-19 0,-32 28 0,1 0 0,-1 1 0,1-1 0,0 1 0,0 0 0,0 0 0,0 0 0,0 1 0,1-1 0,-1 1 0,0 0 0,1 0 0,-1 0 0,1 1 0,-1 0 0,1 0 0,-1 0 0,0 0 0,1 0 0,-1 1 0,1 0 0,5 2 0,-6-1 0,-1 0 0,0 0 0,1 0 0,-1 1 0,0 0 0,0-1 0,0 1 0,-1 0 0,1 0 0,-1 1 0,0-1 0,1 0 0,-1 1 0,-1-1 0,3 6 0,20 67 0,-12-35 0,-6-24-119,-5-10 23,1 0 0,1 0 0,-1-1 1,1 1-1,0-1 0,0 0 0,1 0 0,0 0 0,0 0 0,1 0 1,-1-1-1,7 6 0,-2-5-6730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4.79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24575,'355'0'-1365,"-340"0"-5461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5.28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24575,'3'0'0,"4"0"0,4 0 0,3 0 0,2 0 0,1 0 0,2 0 0,-1 0 0,-3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5.78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228 0 24575,'-5'3'0,"0"-1"0,0 1 0,0 0 0,0 0 0,1 0 0,-1 1 0,1-1 0,0 1 0,0 0 0,-6 9 0,3-6 0,-28 29 0,8-9 0,1 1 0,-41 57 0,61-74-1365,2 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6.35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24575,'2'49'0,"17"93"0,-4-51 0,-14-83-195,1 0 0,0 0 0,0 0 0,1-1 0,0 1 0,6 12 0,-3-11-6631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6.97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1 248 24575,'17'-14'0,"0"2"0,1 0 0,0 1 0,1 1 0,33-13 0,-23 10 0,16-8 0,128-52 0,-69 28 0,-93 42-227,1 0-1,-1 0 1,1 1-1,0 1 1,20-1-1,-17 2-6598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8.71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59 0 24575,'-2'1'0,"0"0"0,0 0 0,0 0 0,0 0 0,0 0 0,0 0 0,1 1 0,-1-1 0,0 0 0,1 1 0,-1 0 0,1-1 0,-1 1 0,1 0 0,0 0 0,0 0 0,-1 0 0,2 0 0,-1 0 0,0 0 0,-1 3 0,-14 47 0,11-15 0,2 0 0,2 0 0,4 48 0,0 2 0,-2-71 0,1 0 0,0 0 0,1 0 0,8 21 0,7 39 0,-16-59 0,-1 0 0,1-1 0,1 0 0,0 1 0,1-1 0,1 0 0,11 26 0,-16-42 0,1 1 0,-1 0 0,0-1 0,0 1 0,0-1 0,1 1 0,-1-1 0,0 1 0,1-1 0,-1 1 0,0-1 0,1 1 0,-1-1 0,1 1 0,-1-1 0,0 1 0,1-1 0,-1 0 0,1 1 0,0-1 0,-1 0 0,1 1 0,-1-1 0,1 0 0,-1 0 0,1 0 0,0 0 0,-1 1 0,1-1 0,-1 0 0,1 0 0,0 0 0,-1 0 0,1 0 0,-1 0 0,2-1 0,8-21 0,-4-34 0,-6 19-1365,-1 21-5461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9.20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2 121 24575,'-1'-4'0,"1"0"0,0 0 0,0 0 0,0 0 0,0 0 0,1 0 0,-1 0 0,1 0 0,0 0 0,0 0 0,1 0 0,-1 1 0,1-1 0,0 0 0,0 1 0,0 0 0,0-1 0,0 1 0,1 0 0,0 0 0,-1 0 0,1 0 0,0 1 0,0-1 0,1 1 0,-1 0 0,0 0 0,1 0 0,0 0 0,-1 1 0,1-1 0,0 1 0,4-1 0,8-3 0,1 2 0,-1 0 0,0 0 0,1 2 0,-1 0 0,1 1 0,0 1 0,-1 0 0,1 1 0,-1 1 0,0 0 0,0 2 0,0-1 0,19 10 0,-22-10 0,0 1 0,-1 0 0,0 1 0,1 1 0,-2-1 0,1 2 0,14 12 0,-21-15 0,-1 0 0,1 0 0,-1 1 0,0 0 0,-1-1 0,1 1 0,-1 1 0,-1-1 0,1 0 0,-1 1 0,0-1 0,0 1 0,-1 0 0,0 0 0,0 0 0,0 10 0,-1-11 0,0-1 0,0 0 0,0 0 0,-1 0 0,0 0 0,0 1 0,0-1 0,0 0 0,-1 0 0,0-1 0,0 1 0,0 0 0,-1-1 0,0 1 0,1-1 0,-5 5 0,-1-2 0,0 1 0,-1-1 0,0-1 0,0 0 0,0 0 0,-17 8 0,16-9-136,0 0-1,0 0 1,0-1-1,-1 0 1,0-1-1,0 0 1,0 0-1,0-1 0,-18 0 1,14-2-6690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9.59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55 136 24575,'-4'6'0,"0"1"0,0 0 0,1 0 0,1 1 0,-1-1 0,1 0 0,0 1 0,1 0 0,0-1 0,-1 9 0,-3 18 0,4-31 0,0 0 0,1 0 0,-1-1 0,0 1 0,0 0 0,0-1 0,-1 1 0,1-1 0,-4 6 0,0-12 0,2-18 0,3 12 0,0 0 0,1 0 0,0 0 0,0 1 0,1-1 0,0 0 0,1 1 0,7-17 0,-7 20 0,0 0 0,1 1 0,0-1 0,0 1 0,0 0 0,1 0 0,-1 0 0,1 0 0,0 1 0,1 0 0,-1 0 0,1 0 0,11-5 0,105-38 134,-27 12-1633,-84 30-5327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49.89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66 24575,'0'3'0,"0"4"0,0 4 0,0-3 0,0-6 0,0-6 0,0-6 0,0-4 0,0-2 0,0-2 0,0-1 0,0 4-8191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0.08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24575,'3'0'0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0.77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78 24575,'3'21'0,"6"-18"0,20-27 0,-5 1 0,-19 20 0,55-36 0,-57 37 0,0 0 0,0 1 0,0-1 0,1 1 0,-1 0 0,0 0 0,1 0 0,-1 1 0,1-1 0,-1 1 0,1-1 0,-1 1 0,1 0 0,0 1 0,-1-1 0,1 1 0,4 0 0,-6 1 0,-1-1 0,1 0 0,0 1 0,-1-1 0,1 1 0,-1-1 0,0 1 0,1 0 0,-1-1 0,0 1 0,0 0 0,0 0 0,0 0 0,0 0 0,-1 0 0,1 0 0,0 2 0,8 46 0,-4-21 0,5-4 0,-9-25 0,-1 0 0,0 1 0,1-1 0,-1 1 0,0-1 0,1 0 0,-1 1 0,1-1 0,-1 0 0,1 1 0,-1-1 0,0 0 0,1 0 0,-1 0 0,1 1 0,-1-1 0,1 0 0,-1 0 0,1 0 0,-1 0 0,1 0 0,0 0 0,-1 0 0,1 0 0,0 0 0,2-2 0,1 0 0,-1 0 0,0 0 0,1 0 0,-1-1 0,0 0 0,-1 1 0,1-1 0,2-4 0,1 1 0,-1 1 0,1 0 0,0 0 0,0 0 0,1 1 0,-1 0 0,1 0 0,0 0 0,0 1 0,12-4 0,-16 6 0,0 1 0,0-1 0,0 1 0,1-1 0,-1 1 0,0 0 0,0 1 0,0-1 0,0 0 0,0 1 0,0 0 0,0-1 0,0 1 0,0 1 0,0-1 0,0 0 0,0 1 0,0-1 0,-1 1 0,1 0 0,-1 0 0,1 0 0,-1 0 0,0 0 0,0 0 0,0 1 0,0-1 0,3 5 0,-4-3 6,2-1 0,-1 0-1,0 0 1,1 0 0,-1 0-1,1 0 1,0-1 0,0 1 0,0-1-1,0 0 1,0 0 0,1 0-1,-1 0 1,1-1 0,-1 1-1,1-1 1,-1 0 0,1 0 0,0 0-1,6 0 1,-3-1-130,-1-1 0,1 1 1,-1-1-1,0-1 0,1 1 0,-1-1 1,0 0-1,0-1 0,0 0 0,-1 0 1,10-6-1,-3 2-6702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1.30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158 19 24575,'0'-1'0,"-1"0"0,1 0 0,-1 0 0,1 0 0,-1 0 0,0 0 0,1 1 0,-1-1 0,0 0 0,0 0 0,0 1 0,1-1 0,-1 1 0,0-1 0,0 0 0,0 1 0,0 0 0,0-1 0,0 1 0,0-1 0,0 1 0,0 0 0,0 0 0,-1 0 0,1 0 0,0 0 0,-1 0 0,-37-3 0,35 3 0,-4 0 0,-46 2 0,53-2 0,0 0 0,0 0 0,0 0 0,0 0 0,0 0 0,-1 0 0,1 1 0,0-1 0,0 0 0,0 1 0,0-1 0,0 1 0,0 0 0,0-1 0,0 1 0,0-1 0,1 1 0,-1 0 0,0 0 0,0 0 0,0 0 0,1-1 0,-1 1 0,1 0 0,-1 0 0,0 0 0,1 0 0,0 0 0,-1 1 0,1-1 0,0 0 0,-1 0 0,1 0 0,0 0 0,0 0 0,0 0 0,0 0 0,0 1 0,0 0 0,1-1 0,0 1 0,0-1 0,0 1 0,0-1 0,0 1 0,0-1 0,0 0 0,0 0 0,0 1 0,1-1 0,-1 0 0,1 0 0,-1-1 0,0 1 0,1 0 0,0 0 0,-1-1 0,1 1 0,-1-1 0,1 1 0,0-1 0,-1 1 0,1-1 0,0 0 0,2 0 0,51 1 0,-46-1 0,-1-1 0,2 1 0,0 0 0,-1 0 0,1 1 0,0 0 0,11 3 0,-18-3 0,-1 0 0,1 0 0,0 0 0,0 1 0,-1-1 0,1 1 0,-1-1 0,1 1 0,-1 0 0,0 0 0,0 0 0,0 1 0,0-1 0,0 0 0,0 1 0,-1-1 0,1 1 0,-1 0 0,0-1 0,1 1 0,0 3 0,10 16-1365,-4-14-5461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1.62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0 106 24575,'1'3'0,"0"0"0,1 1 0,-1-1 0,0 0 0,1 0 0,0 0 0,0 0 0,0-1 0,4 6 0,10 5 0,-16-13 0,0 0 0,1 1 0,-1-1 0,0 0 0,1 0 0,-1 0 0,0 0 0,1 0 0,-1 0 0,0 1 0,1-1 0,-1 0 0,0 0 0,1 0 0,-1 0 0,0 0 0,1 0 0,-1 0 0,0-1 0,1 1 0,-1 0 0,1 0 0,-1 0 0,0 0 0,0 0 0,1 0 0,-1-1 0,0 1 0,1 0 0,-1 0 0,0-1 0,0 1 0,1 0 0,-1 0 0,0-1 0,1 1 0,12-23 0,-10 16 0,1 0 0,0 0 0,0 0 0,1 1 0,0 0 0,0 0 0,0 0 0,1 0 0,0 1 0,0 0 0,0 0 0,1 0 0,-1 1 0,9-3 0,12-9 55,14-5-1475,-29 18-5406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1.97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527 1 24575,'0'18'-365,"2"1"-1,0-1 1,5 19-1,-6-28 529,1-1-1,1 0 0,0 0 1,0-1-1,0 1 1,1-1-1,0 1 1,10 12-1,-13-18-162,0-1 0,1 0 0,-1 0 0,0 0 0,1-1 0,-1 1 0,0 0 0,1 0 0,-1-1 0,1 1 0,-1-1 0,1 1 0,-1-1 0,1 0 0,0 1 0,-1-1 0,1 0 0,-1 0 0,1 0 0,-1 0 0,1-1 0,0 1 0,-1 0 0,1-1 0,-1 1 0,1-1 0,-1 1 0,1-1 0,-1 0 0,0 1 0,1-1 0,-1 0 0,0 0 0,1 0 0,1-2 0,7-6 0,0-1 0,-1 1 0,13-18 0,-1 3 0,22-11 0,-40 33 0,0-1 0,0 1 0,0 0 0,0 1 0,0-1 0,1 1 0,-1-1 0,0 1 0,1 0 0,-1 0 0,1 0 0,5 0 0,-8 2 0,1-1 0,-1 1 0,0 0 0,0 0 0,1 0 0,-1 0 0,0 0 0,0 0 0,0 0 0,0 1 0,0-1 0,-1 0 0,1 1 0,0-1 0,0 0 0,-1 1 0,1-1 0,-1 1 0,1-1 0,-1 1 0,0-1 0,0 1 0,0-1 0,1 1 0,-2 2 0,1 48 0,0-41 0,-2 14 0,-2-1 0,-12 48 0,0 3 0,-2 31 0,15-81 0,-2 1 0,0-1 0,-11 29 0,16-53 0,0 0 0,-1 0 0,1 0 0,-1-1 0,0 1 0,1 0 0,-1 0 0,0 0 0,0-1 0,1 1 0,-1 0 0,0 0 0,0-1 0,0 1 0,0-1 0,0 1 0,0-1 0,0 1 0,0-1 0,0 0 0,0 0 0,0 1 0,0-1 0,0 0 0,0 0 0,0 0 0,0 0 0,0 0 0,0 0 0,0 0 0,0 0 0,0-1 0,0 1 0,0 0 0,0-1 0,0 1 0,0 0 0,0-1 0,0 1 0,0-1 0,0 0 0,0 1 0,-1-2 0,-48-38 0,36 28 0,-2 0 0,-2 0 0,0 1 0,0 0 0,-1 2 0,-33-13 0,-103-20 0,126 36 0,-19-5-466,0 2 0,-1 2-1,-74 0 1,94 8-5860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2.82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179 0 24575,'1'75'0,"-3"80"0,-17-49 0,12-57 0,-3 36 0,-22-144 0,28 49 0,-26-56 0,28 62 0,0 1 0,0-1 0,-1 0 0,1 1 0,-1 0 0,0-1 0,0 1 0,0 0 0,0 0 0,0 1 0,-1-1 0,1 1 0,-7-4 0,9 6 0,1 0 0,-1 0 0,0 0 0,1-1 0,-1 1 0,0 0 0,0 0 0,1 0 0,-1 0 0,0 0 0,1 0 0,-1 0 0,0 1 0,1-1 0,-1 0 0,0 0 0,1 0 0,-1 1 0,0-1 0,1 0 0,-1 1 0,0-1 0,1 0 0,-1 1 0,1-1 0,-1 1 0,1-1 0,-1 1 0,1-1 0,-1 1 0,0 1 0,-7 27 0,8 32 0,0-59 0,1 0 0,0 0 0,-1 1 0,1-1 0,0 0 0,0 0 0,0 0 0,1 0 0,-1 0 0,0 0 0,1-1 0,-1 1 0,1 0 0,0-1 0,-1 1 0,1-1 0,0 0 0,0 1 0,0-1 0,0 0 0,0 0 0,0 0 0,0 0 0,0-1 0,1 1 0,-1-1 0,0 1 0,0-1 0,1 0 0,3 1 0,11 0 0,1-1 0,0 0 0,20-4 0,-5 2 0,161 2-1365,-179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3.07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36 0 24575,'0'18'0,"0"1"0,-2-1 0,0 0 0,-1 0 0,-1 0 0,0 0 0,-13 28 0,13-73-1365,4 13-5461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3.24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4 24575,'0'-3'0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3.85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234 105 24575,'-1'-3'0,"0"0"0,1 0 0,-1 0 0,0 0 0,0 0 0,-1 1 0,1-1 0,0 0 0,-1 1 0,0-1 0,0 1 0,1-1 0,-2 1 0,1 0 0,0 0 0,0 0 0,-5-3 0,-51-32 0,45 30 0,9 5 0,1 0 0,-1 1 0,1-1 0,-1 1 0,1 0 0,-1 0 0,0 1 0,0-1 0,0 1 0,1 0 0,-1 0 0,0 0 0,0 0 0,0 1 0,1-1 0,-1 1 0,0 0 0,1 0 0,-1 0 0,0 1 0,1-1 0,0 1 0,-1 0 0,1 0 0,0 0 0,0 1 0,0-1 0,0 1 0,0-1 0,1 1 0,-1 0 0,1 0 0,0 0 0,0 0 0,0 1 0,0-1 0,0 0 0,1 1 0,-1 0 0,1-1 0,0 1 0,0 0 0,1-1 0,-1 1 0,1 0 0,0 0 0,0 0 0,0-1 0,0 1 0,1 0 0,-1 0 0,1 0 0,2 5 0,-3-8 0,1 0 0,-1 0 0,1 0 0,-1 0 0,1 0 0,-1-1 0,1 1 0,-1 0 0,1 0 0,0-1 0,0 1 0,-1 0 0,1-1 0,0 1 0,0-1 0,0 1 0,0-1 0,-1 1 0,1-1 0,0 0 0,0 1 0,0-1 0,0 0 0,0 0 0,0 0 0,0 0 0,0 0 0,0 0 0,0 0 0,0 0 0,0 0 0,0 0 0,0 0 0,0 0 0,0-1 0,0 1 0,0 0 0,0-1 0,0 1 0,-1-1 0,1 1 0,1-2 0,47-31 0,-31 19 0,-14 11 0,2 0 0,-1-1 0,1 1 0,0 0 0,0 1 0,0-1 0,9-1 0,-14 4 0,1-1 0,-1 1 0,0 0 0,1 1 0,-1-1 0,1 0 0,-1 0 0,0 1 0,1-1 0,-1 0 0,0 1 0,1-1 0,-1 1 0,0 0 0,0-1 0,0 1 0,0 0 0,1 0 0,-1 0 0,0 0 0,0 0 0,-1 0 0,1 0 0,0 0 0,0 0 0,0 0 0,-1 1 0,1-1 0,0 0 0,-1 0 0,0 1 0,1-1 0,-1 0 0,0 1 0,1 1 0,0 0 0,0 0 0,0 0 0,0 0 0,0 0 0,1 0 0,-1 0 0,1 0 0,0-1 0,0 1 0,0 0 0,0-1 0,0 0 0,0 1 0,1-1 0,-1 0 0,1 0 0,0 0 0,-1-1 0,1 1 0,5 1 0,-2-1 0,0-1 0,0 0 0,0 0 0,0 0 0,0-1 0,0 0 0,0-1 0,0 1 0,0-1 0,10-2 0,55-12-1365,-55 14-5461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4.42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163 17 24575,'-1'-1'0,"1"0"0,-1 0 0,1 0 0,-1 0 0,0 0 0,1 0 0,-1 0 0,0 0 0,0 1 0,0-1 0,1 0 0,-1 0 0,0 1 0,0-1 0,0 1 0,0-1 0,0 1 0,0-1 0,0 1 0,0 0 0,0-1 0,-1 1 0,1 0 0,0 0 0,0 0 0,0 0 0,0 0 0,-2 0 0,-34 1 0,31 1 0,1 0 0,-1 0 0,1 1 0,0-1 0,0 1 0,0 1 0,0-1 0,0 1 0,0 0 0,1 0 0,0 0 0,0 0 0,0 1 0,1 0 0,-1 0 0,1 0 0,0 0 0,0 0 0,1 1 0,0-1 0,0 1 0,0-1 0,0 1 0,1 0 0,0 0 0,0 0 0,1 0 0,0 0 0,0 0 0,0 0 0,1 0 0,-1-1 0,2 1 0,1 6 0,-2-10 0,1 0 0,-1 0 0,1 0 0,0 0 0,0 0 0,0 0 0,0 0 0,0-1 0,0 1 0,1-1 0,-1 0 0,1 0 0,-1 0 0,0 0 0,1 0 0,0 0 0,-1 0 0,1-1 0,-1 0 0,1 1 0,0-1 0,-1 0 0,1 0 0,0 0 0,-1-1 0,4 0 0,2 1 0,-1-1 0,0 0 0,0-1 0,0 0 0,1 0 0,-2 0 0,1-1 0,11-6 0,100-66 0,-117 75 0,-1-1 0,1 1 0,0 0 0,0 0 0,-1 0 0,1 0 0,0 0 0,-1 0 0,1 0 0,0 0 0,0 0 0,-1 0 0,1 0 0,0 0 0,-1 0 0,1 1 0,0-1 0,-1 0 0,1 0 0,0 1 0,-1-1 0,1 0 0,-1 1 0,1-1 0,-1 1 0,1-1 0,-1 1 0,1-1 0,-1 1 0,1-1 0,-1 1 0,1 0 0,-1-1 0,0 1 0,1 0 0,-1-1 0,0 1 0,0 0 0,0-1 0,1 1 0,-1 0 0,0-1 0,0 1 0,0 0 0,0 0 0,0-1 0,0 1 0,0 0 0,-1 0 0,3 46 0,-3-42 0,2 78 0,-4 67 0,1-135 0,-2-1 0,1 0 0,-2 0 0,-7 15 0,-1 6 0,11-27 0,-1 0 0,0 0 0,-1 0 0,0 0 0,0-1 0,-1 1 0,1-1 0,-9 9 0,11-15 0,0 1 0,0 0 0,0-1 0,0 0 0,0 1 0,0-1 0,-1 0 0,1 0 0,0 0 0,-1 0 0,1-1 0,-1 1 0,1-1 0,-1 1 0,1-1 0,-1 0 0,1 0 0,-1 0 0,1 0 0,-1 0 0,1-1 0,-1 1 0,1-1 0,-1 0 0,1 1 0,-1-1 0,1 0 0,0-1 0,0 1 0,0 0 0,-1-1 0,1 1 0,-1-2 0,-17-15-1365,13 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4.65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24575,'3'0'0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2:55.20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3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1 24575,'-25'26'0,"13"-14"0,-1 6 0,0 2 0,2 0 0,0 0 0,1 1 0,-9 29 0,11-20 0,1 0 0,1 0 0,2 1 0,1 0 0,1 0 0,4 51 0,-1-22 0,-1-55-76,0 0 1,0 0-1,1 0 0,-1 0 0,1 0 0,0-1 0,1 1 0,-1 0 1,1-1-1,0 1 0,0-1 0,0 1 0,1-1 0,-1 0 1,1 0-1,0 0 0,7 6 0,-2-3-6750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4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24575,'138'-9'0,"7"0"0,-96 10 0,-18 0 0,1 0 0,0-3 0,61-9 0,-78 8-341,1 1 0,-1 0-1,18 1 1,-17 1-6485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4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24575,'2'32'0,"2"0"0,1-1 0,1 1 0,15 43 0,-12-40 0,-8-35-38,-1 1-25,0 0 0,1 0 0,-1 1 0,1-1-1,-1 0 1,0 0 0,0 0 0,0 0-1,0 1 1,0-1 0,0 0 0,0 0 0,0 0-1,0 1 1,0-1 0,-1 0 0,1 0 0,0 0-1,-1 0 1,0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4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24575,'3'0'0,"1"3"0,3 1 0,0 3 0,3 0 0,-2 2 0,2 0 0,-2 1 0,2-2 0,-1-1-8191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5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24575,'-2'110'0,"4"117"0,7-168 0,0 22 0,-4-65-108,6-20 266,16-28-438,-17 19-855,-2 5-5691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5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0 24575,'-16'52'0,"7"14"0,4-38 0,2 1 0,0 0 0,3 50 0,2-69 0,0 0 0,0 0 0,1 0 0,1 0 0,-1-1 0,2 1 0,-1-1 0,1 0 0,1 0 0,-1-1 0,2 1 0,10 11 0,-11-14 0,0 0 0,0-1 0,0 0 0,0 0 0,1 0 0,0 0 0,0-1 0,1-1 0,-1 1 0,1-1 0,-1 0 0,1-1 0,0 0 0,0 0 0,16 1 0,-1-2 24,0-2 0,1-1 0,-1 0 0,38-11 0,-50 10-148,0 0 0,-1-1 1,0-1-1,0 0 0,0 0 0,0-1 1,-1 0-1,0-1 0,0 1 0,-1-2 1,15-15-1,-15 12-6702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6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24575,'74'2'0,"82"-4"0,-33-17 0,-17 3-1365,-91 15-5461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6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1 235 24575,'48'1'0,"-19"0"0,1-1 0,-1-2 0,54-8 0,-71 7 0,0-1 0,0 0 0,0 0 0,-1-1 0,0-1 0,0 1 0,0-2 0,16-13 0,-24 18 0,1-1 0,-2 0 0,1 0 0,0 0 0,0 0 0,-1-1 0,0 1 0,0-1 0,0 1 0,0-1 0,0 0 0,-1 0 0,1 0 0,-1 1 0,0-1 0,-1-1 0,1 1 0,-1 0 0,1 0 0,-1 0 0,0 0 0,-1 0 0,1 0 0,-1 0 0,0 0 0,0 0 0,0 0 0,0 0 0,-4-7 0,2 7 0,1 0 0,-1 1 0,0-1 0,0 1 0,0 0 0,-1 0 0,1 0 0,-1 1 0,1-1 0,-1 1 0,0 0 0,0 0 0,0 0 0,0 0 0,-1 1 0,1-1 0,0 1 0,-1 0 0,1 1 0,-1-1 0,1 1 0,0 0 0,-1 0 0,-5 1 0,-3-1 0,0 1 0,0 1 0,0 0 0,0 0 0,0 2 0,1-1 0,-14 7 0,22-8 0,0 0 0,0 0 0,1 0 0,-1 0 0,1 0 0,0 1 0,0-1 0,-1 1 0,2 0 0,-1 0 0,0 0 0,1 0 0,-1 1 0,1-1 0,0 1 0,0-1 0,-2 7 0,1 1 0,1 0 0,1-1 0,0 1 0,1 0 0,1 17 0,-1 1 0,0-15 0,0-1 0,0 0 0,2 1 0,-1-1 0,7 23 0,-6-32 0,-1-1 0,1 1 0,0-1 0,0 1 0,0-1 0,1 0 0,-1 1 0,1-1 0,0 0 0,-1-1 0,1 1 0,1 0 0,-1-1 0,0 0 0,1 0 0,-1 0 0,1 0 0,-1 0 0,1-1 0,0 0 0,0 1 0,0-1 0,7 0 0,8 2 0,-1-1 0,1-1 0,0-1 0,0 0 0,0-1 0,0-2 0,0 0 0,-1-1 0,0 0 0,1-2 0,-2 0 0,1-1 0,-1-1 0,0 0 0,16-11 0,49-22-1365,-73 35-5461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3:04:37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32 24575,'0'21'0,"-1"3"0,1-1 0,1 1 0,1-1 0,1 1 0,1-1 0,9 29 0,4 13 0,-14-50 0,1 1 0,0-1 0,10 24 0,-12-48 0,0 0 0,0 0 0,-1 0 0,0-14 0,-3-53 0,3-101 0,-1 174 0,1-1 0,0 1 0,-1 0 0,1 0 0,0 0 0,1-1 0,-1 1 0,1 0 0,-1 0 0,1 1 0,0-1 0,0 0 0,0 0 0,0 1 0,0 0 0,1-1 0,-1 1 0,1 0 0,0 0 0,-1 0 0,1 0 0,0 1 0,0-1 0,0 1 0,0 0 0,1 0 0,-1 0 0,0 0 0,7-1 0,9 0 0,1 0 0,-1 1 0,1 1 0,21 3 0,0-1 0,-1-1-108,-16 0-143,0 0-1,0-2 1,-1-1-1,42-9 1,-53 8-6575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5:35.75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1 0 24575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19.17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30.70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2326 1325 24575,'39'-2'0,"1"-2"0,41-9 0,21-3 0,129-22 0,-161 24 0,47-6 0,-29 2 0,-12 2 0,-32 8 0,-1-1 0,0-2 0,57-22 0,-80 25 0,-1 0 0,1-1 0,-2-1 0,1-1 0,19-16 0,-33 23 0,1-1 0,-1 0 0,0 0 0,0-1 0,-1 1 0,0-1 0,0 0 0,0 0 0,0-1 0,-1 1 0,0-1 0,-1 1 0,0-1 0,0 0 0,0 0 0,-1 0 0,0 0 0,1-14 0,-3 6 0,0-1 0,0 1 0,-2 0 0,0 0 0,-1 0 0,0 0 0,-1 1 0,-1-1 0,0 1 0,-1 1 0,0-1 0,-1 1 0,-1 1 0,0-1 0,-15-15 0,-15-15 0,-1 1 0,-2 2 0,-2 1 0,-2 3 0,-1 2 0,-77-43 0,48 33 0,29 15 0,-59-25 0,-199-56 0,116 61 0,153 41 0,0 1 0,-44-2 0,37 5 0,-46-11 0,47 7 0,1 3 0,-71-1 0,-27-3 0,36 0 0,-165 8 0,118 4 0,16-6 0,-145 6 0,228 5 0,0 1 0,0 3 0,1 2 0,-81 34 0,108-37 0,1 1 0,0 2 0,0 0 0,-27 24 0,-1 1 0,40-30 0,0 0 0,1 1 0,0 0 0,-10 14 0,-14 16 0,-3-2 0,1 2 0,-33 50 0,57-73 0,0 1 0,1 0 0,1 0 0,1 1 0,1 1 0,0-1 0,1 1 0,-4 30 0,5-15 0,2-18 0,1 1 0,0 0 0,1 0 0,3 27 0,-1-39 0,0 0 0,1 1 0,-1-1 0,2 0 0,-1 1 0,1-1 0,0-1 0,0 1 0,0 0 0,1-1 0,0 1 0,0-1 0,0 0 0,1-1 0,0 1 0,6 4 0,80 58 0,125 70 0,-159-108-271,1-2 0,88 29-1,-41-17 74,344 96-237,-319-101 435,-2 0 0,142 18 0,36-2 165,-284-47 348,167 19 256,-18-3-769,-50-4 0,105 19 0,-217-32-65,31 5-368,1-2-1,48 0 1,-73-5-6393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32.05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1696 180 24575,'1'-4'0,"-1"1"0,1-1 0,0 0 0,0 1 0,0-1 0,1 1 0,-1-1 0,1 1 0,0 0 0,0-1 0,0 1 0,0 0 0,1 0 0,-1 1 0,1-1 0,0 0 0,0 1 0,0 0 0,0 0 0,4-3 0,9-5 0,1 0 0,29-10 0,-36 15 0,16-4 0,0 1 0,1 1 0,0 1 0,41-3 0,6-1 0,19-2-157,-1 5 0,149 8 0,-91 1 62,155 13 95,-97 15 0,-172-23 81,0 1-1,0 1 1,-1 2 0,0 2 0,-1 1 0,41 24 0,-62-30-81,-1 1 0,0 1 0,-1 0 0,0 1 0,0 0 0,-1 1 0,-1 0 0,0 0 0,-1 1 0,0 0 0,-1 1 0,0 0 0,-1 0 0,-1 0 0,0 1 0,5 28 0,-3-1 0,-2 1 0,-2 0 0,-1-1 0,-8 80 0,2-95 0,0-1 0,-2 1 0,-1-1 0,-1-1 0,-2 1 0,0-2 0,-24 43 0,16-37 0,-2-1 0,-1 0 0,0-2 0,-2 0 0,-40 34 0,38-41 0,0-1 0,-2-2 0,0-1 0,-1-1 0,0-1 0,-44 15 0,-190 44 0,194-57 0,-214 33 0,73-32 0,-326 5 0,519-22 0,-69 0 0,4 2 0,-130-15 0,-140-55-683,3-20 1366,276 70-683,-251-76 0,95 7 0,223 85 0,1-1 0,0 0 0,0 0 0,0 0 0,1 0 0,-1-1 0,1 1 0,0-1 0,0 0 0,0 0 0,0 0 0,1 0 0,-1-1 0,1 1 0,0-1 0,1 1 0,-1-1 0,1 0 0,0 0 0,-1-7 0,-1-11 0,1-1 0,1-45 0,1 56 0,-1-97 0,3-79 0,2 162 0,0 0 0,2 1 0,18-51 0,-20 68 0,0 0 0,1 0 0,0 1 0,1-1 0,-1 1 0,2 1 0,-1-1 0,1 1 0,0 0 0,1 1 0,0-1 0,0 2 0,0-1 0,1 1 0,-1 0 0,1 1 0,13-5 0,-4 2 0,-1 1 0,1 1 0,0 0 0,1 2 0,-1 0 0,0 1 0,32 0 0,162 2 19,131 2-802,104 34 630,-229-21 153,169 4-46,-67-20-356,-305 1-6424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34.22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2754 9633 24575,'-5'-2'0,"1"0"0,-1-1 0,0 1 0,1-1 0,0 0 0,0 0 0,0 0 0,0 0 0,0-1 0,1 0 0,-1 1 0,-2-6 0,-4-2 0,2 0 0,0 0 0,0-1 0,2 0 0,-1 0 0,1 0 0,1-1 0,0 0 0,-3-14 0,2 6 0,-2 1 0,-11-23 0,-58-111 0,44 84 0,-51-80 0,-325-427-2139,220 329 1336,151 200 1032,-422-511-3963,408 499 3733,-202-252 168,36 16 1606,112 145-1773,-96-185 0,146 220 0,-44-133 0,26 26 1233,9-4 0,-52-349 0,105 498-1376,-18-159-643,24 139 1016,-4-127 873,9 108-847,3-100-107,4 166-149,25-97 0,3-13 0,23-120 0,-50 252 0,43-155 0,69-186 0,-99 325 0,3 0 0,1 2 0,44-59 0,2-5 0,-34 54 0,79-89 0,-87 110 0,154-146 0,-132 134 0,135-154 0,-176 188 0,65-91 0,-54 72 0,137-193 0,-121 178 0,1 2 0,3 2 0,61-49 0,-59 53 0,153-125 0,-180 149 0,0-2 0,0 0 0,13-19 0,-13 16 0,34-31 0,110-83 0,-129 105 0,1 1 0,1 1 0,1 2 0,43-21 0,-17 18 0,-39 17 0,1-1 0,27-16 0,3-4 0,-34 20 0,-1-1 0,1 0 0,-2-1 0,18-15 0,-3 0 0,45-30 0,-28 22 0,-24 19 0,0 1 0,1 2 0,1 0 0,0 2 0,27-8 0,33-6 0,-55 17 0,-1-2 0,44-17 0,-9 0 0,-44 20 0,-1-2 0,-1 0 0,22-13 0,-10 8 0,-25 12 0,-1-1 0,0 1 0,0-1 0,0 0 0,0 0 0,0 0 0,-1 0 0,1-1 0,6-5 0,-10 7 0,-1 1 0,1-1 0,0 1 0,0-1 0,-1 0 0,1 1 0,0-1 0,-1 1 0,1-1 0,-1 1 0,1-1 0,-1 1 0,1-1 0,-1 1 0,1 0 0,-1-1 0,1 1 0,-1-1 0,1 1 0,-1 0 0,0 0 0,1-1 0,-1 1 0,0 0 0,1 0 0,-1 0 0,0 0 0,1 0 0,-1 0 0,0 0 0,1 0 0,-1 0 0,0 0 0,1 0 0,-1 0 0,0 1 0,-30-3 0,-12-1 0,-65-12 0,67 8 0,-74-3 0,-60-7 0,155 17 0,2 1 0,1-1 0,0-1 0,-1-1 0,1 0 0,-28-7 0,53 9 0,0-1 0,0 0 0,0 0 0,0-1 0,12-3 0,38-6 0,54 2 0,87-1 0,-112 8 0,80 4 0,-165-1 0,0-1 0,0 1 0,0 0 0,0-1 0,0 1 0,0 0 0,-1 0 0,1 0 0,0 0 0,-1 1 0,1-1 0,0 0 0,-1 1 0,0-1 0,1 1 0,-1-1 0,0 1 0,0 0 0,0-1 0,0 1 0,0 0 0,0 0 0,0 0 0,-1 0 0,1 0 0,0 0 0,-1 0 0,0 0 0,0 0 0,0 4 0,2 10 0,-2 0 0,0 1 0,-3 16 0,0-4 0,1-6 0,-2 0 0,-1-1 0,-1 1 0,-1-1 0,-1 0 0,-1 0 0,-21 37 0,-8 23 0,-34 60 0,-6-11 0,-1 1 0,39-49-1365,36-73-5461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48.31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18 24575,'97'2'0,"107"-4"0,-136-6 0,-28 3 0,46 0 0,-34 6-1365,-37-1-5461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49.159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0 24575,'40'3'10,"-1"1"0,0 2 0,41 12-1,30 4-568,-71-16-776,219 24 9,-153-21 4813,33 0-3793,-86-10-1059,-37 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7:58.329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1 229 24575,'2101'0'0,"-2073"-6"0,-27 6 0,0 0 0,-1-1 0,1 1 0,-1-1 0,1 1 0,-1 0 0,1-1 0,-1 1 0,1-1 0,-1 1 0,0-1 0,1 0 0,-1 1 0,0-1 0,1 1 0,-1-1 0,0 0 0,0 1 0,1-1 0,-1 1 0,0-1 0,0 0 0,0 1 0,0-2 0,-1 0 0,1-1 0,-1 0 0,0 1 0,0 0 0,-1-1 0,1 1 0,0-1 0,-1 1 0,1 0 0,-1 0 0,0 0 0,0 0 0,0 0 0,0 0 0,0 1 0,-3-3 0,-61-55 0,51 43 0,-1 1 0,-1 1 0,0 1 0,-29-18 0,45 31 0,1 0 0,-1 0 0,0-1 0,1 1 0,-1 0 0,0 0 0,1-1 0,-1 1 0,1 0 0,-1-1 0,0 1 0,1 0 0,-1-1 0,1 1 0,-1-1 0,1 1 0,-1-1 0,1 1 0,0-1 0,-1 1 0,1-1 0,0 1 0,-1-1 0,1 0 0,0 1 0,0-1 0,-1 0 0,1 1 0,0-1 0,0 0 0,0 0 0,19-5 0,35 7 0,-38 4 0,-1 1 0,0 1 0,0 0 0,-1 1 0,0 1 0,0 0 0,15 14 0,-9-7 0,42 23 0,-34-24 0,-2 2 0,42 32 0,-65-46 0,-1 0 0,1 0 0,-1 0 0,0 0 0,0 0 0,-1 0 0,1 1 0,0-1 0,-1 1 0,0-1 0,0 1 0,0-1 0,0 1 0,-1 0 0,1-1 0,-1 1 0,0 0 0,0 0 0,-1-1 0,1 1 0,-1 0 0,1-1 0,-1 1 0,-2 3 0,0 6 0,-2 0 0,0-1 0,0 0 0,-1 0 0,-10 16 0,-4-2 0,-1 0 0,-1-2 0,-30 26 0,-3 4 0,-78 63 0,118-105 0,-158 145 0,156-141-1365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2:48:44.60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90,'63'1,"193"-3,-146-15,-77 11,1 1,53-2,-73 6,0-1,0 0,-1-1,1 0,26-11,-23 7,0 2,1 0,18-3,105 4,-119 4,4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2:48:45.584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1,'847'0,"-831"0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2:48:47.47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59,'147'-18,"-113"17,0-2,38-7,-45 7,48-1,-49 4,0-1,27-5,2-1,0 3,0 3,70 6,-120-5,23 3,47 11,-3 0,-46-11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2:48:48.25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3,'169'-2,"175"4,-255 7,27 0,-24-11,122 4,-144 11,-55-10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2:48:49.44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18,'133'2,"141"-4,-205-6,-30 3,47 0,-71 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0T02:48:59.34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1 107 24575,'225'-9'-1763,"-82"2"880,-45 5 3098,106-16-1784,1367 19-431,-1430-19 0,-104 17 0,71-11 0,-58 7 0,-1 1 0,84 7 0,-33-1 0,559-2 0,-550-9 0,5 0 0,450 10 0,-406-20 0,248 19 0,-392 1 0,0 1 0,0 0 0,0 1 0,22 7 0,-21-5 0,0-1 0,0 0 0,24 1 0,32 4 0,17 0 0,2-11 0,102 4 0,-163 5-1365,-18-4-5461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26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2266 1287 24575,'19'1'0,"1"-2"0,-1 0 0,0-1 0,-1-1 0,1-1 0,0 0 0,21-9 0,-16 5 0,37-8 0,-41 12 0,-1-1 0,0-1 0,30-13 0,-23 8 0,48-15 0,-49 18 0,1-1 0,28-15 0,25-13 0,-55 27 0,0-1 0,-1-1 0,0-1 0,-1-2 0,-1 0 0,27-23 0,-41 30 0,-1 0 0,0-1 0,-1 1 0,0-1 0,0 0 0,0-1 0,5-17 0,-5 12 0,1 1 0,10-19 0,-5 16 0,-1-1 0,0-1 0,-2 0 0,0 0 0,-1 0 0,5-26 0,-10 35 0,-1 0 0,0-1 0,-1 1 0,1 0 0,-2-1 0,0 1 0,0-1 0,-1 1 0,0 0 0,-1 0 0,0 0 0,0 0 0,-1 0 0,-7-11 0,6 10 0,0 1 0,-2 0 0,1 1 0,-1-1 0,0 1 0,-1 1 0,0-1 0,-13-9 0,-152-127 0,151 128 0,1 1 0,-2 1 0,0 1 0,-1 1 0,0 1 0,-40-14 0,-28-12 0,73 28 0,-1 1 0,0 1 0,-1 1 0,1 0 0,-42-6 0,-22-1 0,58 9 0,-1 0 0,-29 0 0,32 3 0,-1-1 0,-23-6 0,23 4 0,-48-4 0,-537 8 0,294 3 0,191-4-680,-137 5 708,176 10-29,56-8 327,-49 4 1,60-8-327,1 1 0,-1 0 0,1 1 0,0 1 0,0 1 0,0 1 0,1 0 0,-17 9 0,5-3 0,-40 12 0,60-21 0,1 1 0,0 0 0,0 0 0,0 1 0,1 0 0,-1 1 0,1-1 0,0 1 0,1 1 0,0-1 0,0 1 0,-5 8 0,1-4 0,1 0 0,-2-1 0,-14 12 0,16-15 0,0 1 0,1 0 0,0 0 0,0 1 0,1 0 0,0 0 0,-10 18 0,4 0 0,-19 51 0,6-21 0,20-44 0,-1 0 0,2 0 0,-1 1 0,2 0 0,-4 19 0,3 13 0,3 1 0,4 55 0,1-16 0,-3-73 0,2 0 0,-1 0 0,2-1 0,-1 1 0,2 0 0,0-1 0,8 18 0,47 79 0,-51-95 0,6 5 0,1 0 0,1 0 0,0-2 0,34 28 0,4 5 0,-42-39 0,0-1 0,26 16 0,-3-3 0,-14-10 0,1-1 0,0 0 0,45 15 0,-19-8 0,-23-9 0,-10-3 0,0 0 0,0-1 0,1-1 0,-1-1 0,1 0 0,29 3 0,6-6 0,-25-1 0,0 1 0,39 7 0,108 13 0,-47-8 0,-45-6 74,142-3 0,-139-6-1427,131 14 0,91 27 1205,-230-35-137,-51-4 123,-1 1-1,0 2 1,35 6 0,-31-3 603,1-1 1,52 1 0,-47-5 97,53 10 1,-16-1-281,0-3-1,0-3 1,90-7 0,-33 1-58,-121 2-177,-1 0 0,1-1 0,-1 1 0,13-4 0,-17 3-107,1 0 1,-1 1-1,0-1 1,0 0-1,0-1 1,0 1-1,0 0 1,-1 0-1,1-1 1,0 0-1,0 1 1,-1-1-1,1 0 1,-1 1-1,0-1 1,1 0-1,0-3 1,5-13-6744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29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12739 0 24575,'1'4'0,"-1"0"0,1-1 0,0 1 0,0-1 0,1 1 0,3 6 0,5 17 0,-5 13 0,-1 1 0,-5 68 0,0-49 0,-1-41 0,0 1 0,-2-1 0,0 0 0,-1 0 0,-1-1 0,0 0 0,-12 21 0,-13 44 0,15-43-184,-1-1 0,-1 0 0,-34 51 0,10-20 41,-45 69-1274,-173 210 0,221-300 1221,-91 98-3072,-91 117 2863,82-91 418,28-31-1064,-31 33 1090,52-73-39,-48 49 0,17-24 254,58-58 72,-105 89 0,52-53-326,72-63 0,-65 49 0,104-89 0,-276 206 0,239-175 482,-87 65 2236,41-39-1461,4 4 0,-85 80 0,151-128-879,-33 22-1,31-24-402,-29 26-1,-134 104 26,153-121 0,-165 129 0,-5-6-544,61-42 544,-36 12 0,-170 96-1018,301-177 1018,36-27 0,-1 0 0,0 0 0,-19 10 0,-78 43 517,12-6-517,22-12 0,9-8 113,-130 60 819,54-33-932,-80 10 0,150-42 0,50-19 0,-34 11 0,-32 3 0,13-3 0,-106 44 0,109-39 0,45-18 0,-33 16 0,23-9 0,-47 15 0,-16 7 0,-22 6 0,43-18 0,-62 13 0,24-9 0,73-16 0,-84 13 0,-4 4 0,36-7 0,50-12 0,-56 21 0,58-18 0,-57 14 0,64-20 0,0 1 0,1 2 0,-54 26 0,72-31 0,-1 0 0,-31 6 0,-21 7 0,-24 13 0,49-19 0,-47 23 0,-70 32 0,80-35 0,-25 4 0,75-28 0,-1 1 0,1 2 0,-36 20 0,50-24 0,0-2 0,0 1 0,-1-2 0,0 0 0,-22 3 0,-34 11 0,-18 4 0,57-15 0,-44 16 0,-65 22 0,122-42 0,0-1 0,0-1 0,0-1 0,-24-1 0,25-1 0,-1 1 0,0 1 0,1 1 0,-28 6 0,-112 27 0,122-28 0,0-2 0,-1-2 0,1-2 0,-50-4 0,4 1 0,-837 2 0,901-1 0,-1-1 0,1-1 0,-19-6 0,17 4 0,0 1 0,-29-2 0,-14 7 0,43 0 0,0-1 0,0-1 0,0 0 0,-38-9 0,35 5 0,1 0 0,-1 2 0,-40 0 0,-1 0 0,-2-9 0,49 7 0,-36-3 0,-17 7 0,50 2 0,1-1 0,0-1 0,0-1 0,-33-7 0,34 5 0,1 1 0,-33-2 0,30 3 0,-38-6 0,54 6 0,0-1 0,-1 1 0,1-1 0,0 0 0,1 0 0,-1-1 0,0 0 0,1 0 0,0 0 0,-9-10 0,-4-6 0,-21-33 0,2 5 0,17 20 0,16 21 0,-1 0 0,0 1 0,-11-12 0,0 0 0,0 0 0,2-1 0,0 0 0,-17-34 0,19 34 0,-11-30 0,18 38 0,0 1 0,0-1 0,-1 1 0,0 0 0,-13-15 0,12 16 0,1-1 0,0 1 0,0-1 0,1 0 0,-7-17 0,-5-12 0,-136-279 0,97 180 0,50 122 0,0-1 0,-3-20 0,6 22 0,-1 0 0,-1 0 0,-8-19 0,9 24 0,0 0 0,1 0 0,-3-13 0,4 13 0,-1 0 0,0 0 0,-6-12 0,9 20 0,-1 1 0,0-1 0,1 1 0,-1-1 0,0 1 0,0 0 0,1-1 0,-1 1 0,0 0 0,0 0 0,-1 0 0,1 0 0,0 0 0,0 0 0,0 0 0,-1 0 0,1 0 0,0 0 0,-1 1 0,1-1 0,-1 1 0,1-1 0,-1 1 0,1-1 0,-1 1 0,1 0 0,-1 0 0,0 0 0,1 0 0,-1 0 0,1 0 0,-1 0 0,-2 1 0,2 0 0,0 0 0,0 0 0,0 1 0,0-1 0,0 1 0,0-1 0,0 1 0,1 0 0,-1-1 0,1 1 0,-1 0 0,1 0 0,-1 0 0,1 1 0,0-1 0,0 0 0,0 0 0,0 1 0,1-1 0,-2 5 0,-6 37 0,6-27 0,-1 1 0,-1-1 0,-1-1 0,0 1 0,-1-1 0,-12 24 0,-8 21 0,22-48 0,0-1 0,-2 0 0,-12 23 0,16-33 0,-89 146 0,90-147 0,0-1 0,1 1 0,-1 0 0,1-1 0,0 1 0,-1 0 0,1 0 0,0 0 0,-1 0 0,1-1 0,0 1 0,0 0 0,-1 0 0,1 0 0,0 0 0,0 0 0,0 0 0,0 0 0,1-1 0,-1 1 0,0 0 0,0 0 0,0 0 0,1 0 0,-1 0 0,0-1 0,1 1 0,-1 0 0,1 0 0,-1-1 0,1 1 0,-1 0 0,1 0 0,-1-1 0,1 1 0,0-1 0,-1 1 0,1-1 0,0 1 0,1 0 0,0 0 0,0-1 0,-1 0 0,1 1 0,0-1 0,0 0 0,0 0 0,-1 0 0,1 0 0,0 0 0,0-1 0,-1 1 0,1 0 0,0-1 0,0 0 0,-1 1 0,1-1 0,0 0 0,-1 0 0,3-1 0,0-1 0,0-1 0,-1 1 0,1-1 0,-1 0 0,0 0 0,0 0 0,0 0 0,-1-1 0,0 1 0,0-1 0,2-4 0,15-59 0,-8 25 0,14-27 0,-13 41 0,13-59 0,-1-5 0,-15 63 0,-1 1 0,-2-2 0,4-38 0,-9 55 0,1-1 0,1 1 0,1 0 0,0 0 0,1 0 0,0 0 0,1 1 0,9-16 0,1-3 0,-1-8 0,-12 30 0,0 0 0,1 0 0,8-15 0,-10 23 0,0-1 0,0 0 0,0 1 0,0-1 0,0 1 0,1 0 0,-1 0 0,1 0 0,-1 0 0,1 0 0,0 0 0,0 1 0,0-1 0,0 1 0,6-2 0,10-1 0,0 2 0,1 0 0,-1 1 0,1 1 0,24 3 0,6 0 0,-43-3 0,0 0 0,0 0 0,0 1 0,1 0 0,-1 1 0,-1 0 0,1 0 0,0 0 0,0 1 0,-1 0 0,1 0 0,-1 1 0,0 0 0,0 0 0,-1 0 0,1 0 0,-1 1 0,0 0 0,0 1 0,0-1 0,-1 1 0,7 10 0,47 57 0,-38-50 0,24 36 0,-36-47 0,2-1 0,-1 0 0,18 15 0,12 14 0,47 71 0,-58-85-1365,-16-14-5461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1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2012 728 24575,'1'5'0,"0"-1"0,0 1 0,0 0 0,0-1 0,1 1 0,-1-1 0,1 0 0,0 1 0,0-1 0,1 0 0,0 0 0,-1 0 0,1-1 0,0 1 0,1-1 0,-1 1 0,5 3 0,9 6 0,1 0 0,26 15 0,-35-22 0,48 23 0,0-2 0,1-3 0,118 32 0,-123-40 0,-18-5 0,1-1 0,0-2 0,1-1 0,53 3 0,-54-8-513,57 12 0,-28-4 546,69 9-1198,-26-2 1028,183 5 1,172-23 2567,-459 1-2431,0 1 0,0-1 0,0-1 0,0 1 0,0-1 0,0 1 0,0-1 0,-1 0 0,1-1 0,0 1 0,0-1 0,-1 0 0,1 1 0,6-6 0,-8 4 0,0 0 0,1 0 0,-1 0 0,0 0 0,0 0 0,-1-1 0,1 1 0,-1-1 0,1 1 0,-1-1 0,0 0 0,-1 1 0,1-1 0,-1 0 0,1 0 0,-1-3 0,0-5 0,-1 0 0,1 0 0,-2 0 0,0 0 0,0 1 0,-1-1 0,-7-17 0,-5-6 0,-19-34 0,3 10 0,16 20 0,12 29 0,0 1 0,-1-1 0,-1 1 0,-6-11 0,-18-27 0,23 34 0,-2 1 0,0 0 0,0 0 0,-1 0 0,-1 1 0,-18-16 0,-8 1 0,-74-41 0,96 59 0,-15-6 0,0 1 0,-33-9 0,25 9 0,-61-17 0,59 19 0,-49-19 0,54 17 0,-57-13 0,-7-3 0,-41-9 0,54 17 0,38 8 0,-156-38 0,139 35 0,44 10 0,1 1 0,-1 1 0,-25-2 0,4 1 0,1-1 0,-42-11 0,37 6 0,-54-5 0,14 2 0,59 8 0,1 2 0,-34-2 0,-600 5 0,312 3 0,-350-2 0,689 0 0,0 0 0,1 1 0,-1 0 0,0 0 0,0 1 0,1 0 0,-1 0 0,1 1 0,-9 4 0,12-5 0,1 0 0,-1 1 0,0-1 0,1 1 0,0 0 0,0 0 0,0 0 0,0 0 0,0 1 0,0-1 0,1 1 0,0-1 0,0 1 0,0 0 0,0 0 0,0 0 0,1 0 0,-2 5 0,-16 68 0,8-40 0,2 0 0,2 0 0,2 1 0,-2 42 0,6-18 0,5 99 0,0-141 0,0 1 0,2-1 0,1 0 0,0 0 0,1-1 0,1 0 0,1-1 0,1 0 0,15 21 0,-19-31 0,0 0 0,1-1 0,14 13 0,7 5 0,-12-11 0,0 0 0,1-1 0,0-1 0,30 15 0,-28-17 0,0 2 0,-1 0 0,0 1 0,18 17 0,-27-22 0,0-1 0,1-1 0,0 1 0,0-2 0,0 1 0,1-1 0,13 3 0,21 10 0,-25-11 0,0 0 0,0-1 0,1-1 0,27 2 0,-4 0 0,205 30 0,-172-25 0,-39-5 0,70 3 0,728-12 0,-824 1 0,-2-1 0,1 0 0,0 0 0,0-2 0,-1 1 0,1-2 0,-1 1 0,0-2 0,-1 1 0,1-1 0,9-8 0,-7 5 0,1 1 0,0 0 0,1 1 0,-1 1 0,26-8 0,-11 6 0,-1-1 0,45-22 0,20-6 0,-80 31 16,0 0 1,-1 0-1,0-1 0,-1-1 0,1 0 1,-1 0-1,12-13 0,-12 11-265,1 0 0,0 1-1,0 0 1,1 1 0,20-10 0,-15 11-6577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2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537 30 24575,'-28'-1'0,"0"-2"0,-36-8 0,46 6 0,0 2 0,0 0 0,0 1 0,0 1 0,0 0 0,0 2 0,-1 0 0,-19 4 0,28-2 0,0 1 0,0 0 0,0 1 0,0 0 0,1 0 0,0 1 0,0 0 0,0 1 0,1 0 0,0 1 0,0-1 0,1 1 0,0 1 0,0 0 0,1 0 0,1 0 0,-8 15 0,-6 12 0,11-23 0,0 1 0,1 0 0,1 0 0,0 0 0,1 1 0,1 0 0,0 0 0,1 0 0,-1 16 0,3-9 0,-1-5 0,1-1 0,0 1 0,2-1 0,0 0 0,1 1 0,6 26 0,-6-38 7,1-1 0,0 1-1,0 0 1,0-1 0,1 1-1,-1-1 1,1 0-1,0 0 1,0-1 0,1 1-1,-1-1 1,1 0 0,-1 0-1,1 0 1,0-1 0,0 1-1,10 2 1,0 0-255,0-1 1,1-1-1,-1 0 1,1-1-1,16 0 1,-8-1-6579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3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24575,'727'0'-1365,"-703"0"-5461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4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1 24575,'-1'8'0,"0"1"0,-1-1 0,0 0 0,0 0 0,-1 0 0,0 0 0,0 0 0,-6 9 0,4-6 0,0-1 0,0 1 0,-4 19 0,-18 71 0,18-76 0,2 1 0,1 1 0,0-1 0,-1 44 0,6-42 0,0 0 0,-2 0 0,-9 39 0,8-39 0,0-1 0,2 1 0,2 54 0,-2 21 0,2-100 0,-1 0 0,0 0 0,1 0 0,-1 0 0,-1 0 0,1 0 0,0 0 0,-1-1 0,1 1 0,-1 0 0,-3 3 0,5-5 0,-1-1 0,1 1 0,-1-1 0,1 1 0,-1-1 0,1 1 0,-1-1 0,1 0 0,-1 1 0,1-1 0,-1 0 0,0 0 0,1 1 0,-1-1 0,1 0 0,-1 0 0,0 0 0,1 0 0,-1 0 0,0 0 0,1 0 0,-1 0 0,0 0 0,0-1 0,0 1 0,0-1 0,0 1 0,0-1 0,0 0 0,0 0 0,0 0 0,1 1 0,-1-1 0,0 0 0,0 0 0,1 0 0,-1 0 0,1 0 0,-1 0 0,1 0 0,-1 0 0,1-2 0,-5-15 0,1-1 0,1 0 0,1 0 0,1 0 0,0 0 0,2 0 0,2-20 0,-1-13 0,-3-72 0,4-87 0,-2 201 0,1-1 0,1 1 0,0 0 0,0 0 0,1 1 0,1-1 0,-1 1 0,1 0 0,1 0 0,12-15 0,-9 13 0,0 1 0,0 0 0,1 1 0,0 0 0,1 1 0,0 0 0,23-13 0,-11 12 0,1 1 0,0 1 0,0 1 0,1 0 0,0 2 0,0 1 0,39 1 0,-60 2 0,1 0 0,0 0 0,-1 0 0,1 1 0,0 0 0,-1 0 0,1 0 0,-1 0 0,1 1 0,-1 0 0,0-1 0,0 2 0,0-1 0,6 4 0,-6-2 0,0 0 0,0 0 0,-1 1 0,0-1 0,0 1 0,0-1 0,0 1 0,-1 0 0,1 0 0,-1 0 0,2 11 0,4 10 0,-1 0 0,-1 1 0,3 43 0,-9-62 0,0 0 0,0 0 0,0 0 0,-1 0 0,-1 0 0,1-1 0,-1 1 0,0 0 0,-1-1 0,0 0 0,0 1 0,-1-1 0,0 0 0,0-1 0,0 1 0,-1-1 0,-6 6 0,6-6 0,-1-1 0,0-1 0,-1 1 0,1-1 0,-1 0 0,0 0 0,0-1 0,0 0 0,0 0 0,-1-1 0,1 0 0,-1 0 0,-12 1 0,-2-2 0,-1 0 0,1-1 0,-34-5 0,54 5 0,-1 0 0,1 0 0,0-1 0,0 1 0,0-1 0,0 1 0,0-1 0,0 0 0,1 0 0,-1 0 0,0 0 0,-2-2 0,3 3 0,1-1 0,-1 0 0,1 1 0,-1-1 0,1 0 0,-1 1 0,1-1 0,0 0 0,-1 1 0,1-1 0,0 0 0,0 0 0,-1 1 0,1-1 0,0 0 0,0 0 0,0 1 0,0-1 0,0 0 0,0 0 0,0 0 0,1-1 0,0-1 0,0 0 0,1 0 0,0 0 0,-1 0 0,1 1 0,0-1 0,0 0 0,1 1 0,-1-1 0,1 1 0,-1 0 0,1 0 0,-1 0 0,5-2 0,15-10-1365,0 2-5461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4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24575,'1'9'0,"0"0"0,1 0 0,-1 0 0,7 16 0,4 25 0,-6 49 0,-7 101 0,-1-66 0,0-80 0,-2 0 0,-23 106 0,4-92 0,17-55 0,1 0 0,1 0 0,0 0 0,1 1 0,-3 19 0,6 66 0,0-111 0,0 0 0,2 0 0,-1 0 0,2 0 0,-1 0 0,2 1 0,-1-1 0,2 1 0,0 0 0,0 0 0,0 1 0,2-1 0,-1 1 0,1 0 0,1 1 0,0 0 0,0 0 0,0 1 0,1 0 0,19-12 0,-21 15 0,-1 1 0,0 1 0,0-1 0,1 1 0,-1 0 0,11-2 0,-16 4 0,1 1 0,-1 0 0,1 0 0,-1 0 0,0 0 0,1 0 0,-1 0 0,1 0 0,-1 0 0,0 0 0,1 1 0,-1-1 0,0 1 0,1-1 0,-1 1 0,0-1 0,0 1 0,1 0 0,-1-1 0,0 1 0,0 0 0,0 0 0,0 0 0,0 0 0,0 0 0,0 0 0,0 0 0,-1 0 0,1 1 0,0-1 0,-1 0 0,1 0 0,-1 1 0,1 1 0,16 62 0,-15-54 0,-1-1 0,2-1 0,-1 1 0,1 0 0,1 0 0,0-1 0,0 0 0,1 0 0,6 9 0,11 16-1365,-15-17-5461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5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55 200 24575,'4'1'0,"-1"-1"0,1 0 0,-1 0 0,1 0 0,-1-1 0,1 1 0,0-1 0,-1 0 0,0 0 0,1 0 0,-1 0 0,0-1 0,1 1 0,-1-1 0,0 0 0,0 0 0,0 0 0,-1 0 0,1-1 0,0 1 0,-1-1 0,1 0 0,-1 1 0,0-1 0,0 0 0,0 0 0,-1 0 0,3-4 0,7-11 0,24-27 0,-6 9 0,-28 35 0,0 0 0,0 0 0,0 0 0,-1 0 0,1 0 0,0 0 0,-1 0 0,1 0 0,-1 0 0,1 0 0,-1 0 0,0-1 0,1 1 0,-1 0 0,0 0 0,0 0 0,0-1 0,0 1 0,0 0 0,0 0 0,0 0 0,0-1 0,0 1 0,0 0 0,-1 0 0,1 0 0,-1-2 0,-1 2 0,1-1 0,-1 1 0,1 0 0,-1 0 0,1-1 0,-1 1 0,0 0 0,0 1 0,1-1 0,-1 0 0,0 0 0,0 1 0,0-1 0,-4 0 0,-6 0 0,-1 0 0,0 0 0,0 1 0,-12 2 0,19-1 0,1 0 0,0-1 0,-1 2 0,1-1 0,0 1 0,0 0 0,0 0 0,0 0 0,0 1 0,0-1 0,1 1 0,-1 1 0,1-1 0,0 0 0,0 1 0,0 0 0,0 0 0,1 0 0,-1 1 0,1-1 0,0 1 0,1-1 0,-1 1 0,1 0 0,0 0 0,0 0 0,0 1 0,1-1 0,0 0 0,0 1 0,0-1 0,0 7 0,1-1 0,0 0 0,0-1 0,1 1 0,0-1 0,1 1 0,0-1 0,1 1 0,0-1 0,1 0 0,0 0 0,0-1 0,1 1 0,0-1 0,1 0 0,12 15 0,-12-17 0,-1-1 0,1-1 0,0 1 0,1-1 0,-1 0 0,1 0 0,0-1 0,1 0 0,-1 0 0,0 0 0,1-1 0,0-1 0,0 1 0,0-1 0,0 0 0,0-1 0,1 0 0,-1-1 0,0 1 0,0-1 0,1-1 0,-1 0 0,13-3 0,-9 3-136,-1-2-1,0 1 1,-1-1-1,1-1 1,-1 0-1,1-1 1,-1 0-1,0 0 0,13-11 1,-10 4-6690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5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24575,'2'1'0,"0"0"0,-1-1 0,1 1 0,0 0 0,-1 0 0,1 1 0,-1-1 0,1 0 0,-1 0 0,1 1 0,-1-1 0,0 1 0,0-1 0,0 1 0,1 0 0,-2-1 0,3 4 0,14 33 0,-6-1 0,-2 2 0,-1-1 0,-2 1 0,1 42 0,-7 160 0,-2-108 0,2 284-1365,0-392-5461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6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1 336 24575,'3'-1'0,"-1"0"0,1 0 0,-1 0 0,1 0 0,-1 0 0,1-1 0,-1 1 0,0-1 0,0 0 0,0 1 0,0-1 0,0 0 0,0 0 0,0-1 0,-1 1 0,1 0 0,-1-1 0,3-3 0,9-12 0,14-6 0,1 0 0,2 2 0,51-31 0,-49 34 0,-5 3 0,2 2 0,0 2 0,0 0 0,34-8 0,77-8 0,-88 15-10,-19 5-668,40-6 1,-51 12-6149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6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24575,'6'0'0,"-1"1"0,1 0 0,0 0 0,-1 0 0,1 1 0,-1 0 0,1 0 0,-1 0 0,0 1 0,0-1 0,0 1 0,0 1 0,5 4 0,7 6 0,0 2 0,14 18 0,-15-16 0,1 2 0,-2 1 0,23 38 0,-25-37 0,1 0 0,29 34 0,-31-41 0,-1 0 0,14 24 0,-19-28 0,0-1 0,0 0 0,1-1 0,0 0 0,1 0 0,0 0 0,0-1 0,1 0 0,15 11 0,30 10-1365,-38-21-5461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7:38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294 202 24575,'-1'3'0,"0"1"0,0-1 0,0 1 0,0-1 0,0 0 0,-1 1 0,-2 3 0,-7 20 0,4 26 0,-4 19 0,2-27 0,3 0 0,2 0 0,1 1 0,7 74 0,-2-17 0,-2 65 0,0-730 0,1 545 0,0 0 0,2 0 0,0 0 0,1 0 0,0 0 0,2 1 0,0 0 0,8-16 0,1 3 0,0 1 0,2 1 0,29-35 0,-39 55 0,-1 0 0,1 1 0,0-1 0,1 1 0,0 1 0,0-1 0,0 1 0,0 1 0,1-1 0,0 2 0,0-1 0,0 1 0,18-4 0,-6 4 0,1 1 0,-1 0 0,0 1 0,0 2 0,27 3 0,-43-4 0,1 1 0,-1 1 0,1-1 0,-1 1 0,0 0 0,0 0 0,0 0 0,0 0 0,0 1 0,0 0 0,-1 0 0,1 1 0,-1-1 0,0 1 0,0 0 0,0 0 0,0 0 0,-1 1 0,0-1 0,0 1 0,0 0 0,0 0 0,-1 0 0,3 8 0,-3-7 0,0 1 0,0 0 0,-1 0 0,0 0 0,0 1 0,-1-1 0,0 0 0,0 0 0,-1 0 0,0 0 0,0 1 0,0-1 0,-1-1 0,0 1 0,-1 0 0,0 0 0,0-1 0,-6 11 0,2-6 0,0 0 0,0-1 0,-1 0 0,-1-1 0,0 0 0,0 0 0,0-1 0,-1 0 0,-16 9 0,-5 2 0,-2-2 0,-50 20 0,28-17 0,28-8 0,0-2 0,-1-1 0,-58 11 0,93-20 0,0 1 0,0 0 0,0 0 0,1 1 0,-1 0 0,-1 0 0,1 1 0,0 0 0,-1 0 0,1 1 0,-1 0 0,0 0 0,0 0 0,-1 0 0,11 11 0,-4-4 0,-1 1 0,1 0 0,-2 1 0,0 0 0,-1 1 0,15 26 0,-13-14 0,3 3 0,-2 0 0,17 56 0,-21-54 0,-5-23 0,-1 0 0,0 0 0,0 0 0,-1 1 0,1 14 0,-3-20 0,1 0 0,0-1 0,-1 1 0,0 0 0,0 0 0,0-1 0,0 1 0,0-1 0,0 1 0,0-1 0,-1 1 0,0-1 0,1 0 0,-1 0 0,0 0 0,0 0 0,0 0 0,0 0 0,0 0 0,-1-1 0,-4 3 0,-1 0 0,-1 0 0,0-1 0,0 0 0,0-1 0,-1 0 0,1 0 0,-16 0 0,-27 6 0,11-1 0,1-2 0,-1-1 0,0-2 0,-46-5 0,16 2 0,63 1-341,-1 0 0,1-1-1,-17-3 1,7-2-6485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0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24575,'0'434'0,"0"-425"0,-2-1 0,0 1 0,0-1 0,-4 13 0,-4 13 0,4-7-1365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1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0 24575,'0'2'0,"0"0"0,-1 0 0,1 0 0,0 1 0,-1-2 0,1 1 0,-1 0 0,0 0 0,1 0 0,-1 0 0,0 0 0,0 0 0,0-1 0,0 1 0,-1 0 0,1-1 0,0 1 0,-1-1 0,1 0 0,-1 1 0,0-1 0,-1 1 0,-5 3 0,0-1 0,0-1 0,0 0 0,-10 3 0,-28 13 0,19-1 0,-28 16 0,45-29 0,0 1 0,0 0 0,1 0 0,0 1 0,0 1 0,-13 14 0,-41 56 0,62-76 0,-18 26 0,-17 35 0,8-14 0,25-41 0,-1-1 0,1 0 0,0 1 0,0-1 0,1 1 0,0 0 0,1 0 0,-1 0 0,2 0 0,-1 0 0,1 9 0,0-14 0,0 0 0,1 0 0,-1 0 0,1 0 0,-1 0 0,1 0 0,0 0 0,0 0 0,0 0 0,1 0 0,-1 0 0,1 0 0,-1-1 0,1 1 0,0-1 0,0 1 0,0-1 0,0 0 0,1 0 0,-1 0 0,0 0 0,1 0 0,0 0 0,-1-1 0,1 1 0,0-1 0,0 0 0,0 0 0,0 0 0,4 1 0,9-1 0,1 0 0,0-1 0,0-1 0,0-1 0,-1 0 0,1-1 0,25-8 0,-4 2 0,-15 3-227,-1-1-1,1-1 1,-2-1-1,1-1 1,36-23-1,-36 18-6598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2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24575,'1'3'0,"0"1"0,0 0 0,0-1 0,0 1 0,0-1 0,4 7 0,6 18 0,-6 13 0,-2 0 0,-2 0 0,-4 49 0,1-47 0,1 1 0,8 67 0,-4-95 0,-4-19 0,-3-28 0,4 18 0,-5-83 0,9-109 0,0 186 0,0-1 0,1 1 0,2 0 0,0 0 0,13-24 0,-9 18 0,-8 19 0,-1 0 0,2 1 0,-1-1 0,1 1 0,0 0 0,0 0 0,0 0 0,0 0 0,1 1 0,0 0 0,0 0 0,0 0 0,1 0 0,-1 1 0,1 0 0,0 0 0,8-3 0,-5 4 0,0 0 0,0 0 0,1 0 0,-1 1 0,0 1 0,1 0 0,-1 0 0,0 0 0,0 1 0,1 1 0,14 4 0,48 22 0,-21-7 0,-47-19 0,0 0 0,-1 0 0,1 0 0,-1 0 0,0 1 0,0 0 0,0-1 0,0 1 0,0 0 0,0 1 0,-1-1 0,0 0 0,1 1 0,-1-1 0,-1 1 0,1 0 0,0 0 0,-1 0 0,0 0 0,0 0 0,0 0 0,0 0 0,-1 0 0,1 5 0,0 12 0,-1-1 0,0 0 0,-5 31 0,3-40 0,-1 0 0,1 0 0,-2 0 0,0-1 0,0 1 0,0-1 0,-2 0 0,1 0 0,-1 0 0,0-1 0,-1 0 0,0-1 0,-12 12 0,-26 32 0,36-39 0,-2 0 0,1-1 0,-2-1 0,-19 17 0,-72 40 0,72-38 0,26-25 0,1 0 0,0-1 0,-1 0 0,0 1 0,0-1 0,-9 4 0,-22 12-1365,19-13-5461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3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561 3 24575,'-99'-2'0,"-110"4"0,197 1 0,-1 0 0,1 0 0,0 1 0,0 0 0,0 1 0,0 1 0,1 0 0,0 0 0,0 1 0,0 0 0,1 1 0,1 0 0,-1 1 0,1 0 0,1 1 0,-1 0 0,-9 15 0,10-11 0,1 1 0,1 0 0,0 0 0,0 0 0,2 1 0,0 0 0,0 0 0,2 0 0,0 1 0,1-1 0,0 0 0,4 25 0,-3-38 0,0 0 0,1 0 0,-1 0 0,1 0 0,0-1 0,0 1 0,0 0 0,1 0 0,-1-1 0,0 1 0,1-1 0,0 1 0,0-1 0,-1 0 0,1 0 0,1 0 0,-1 0 0,0 0 0,0 0 0,1 0 0,-1-1 0,1 1 0,-1-1 0,1 0 0,0 0 0,0 0 0,-1 0 0,1 0 0,0 0 0,0-1 0,0 0 0,0 1 0,0-1 0,0 0 0,4-1 0,2 1 0,0-1 0,0 0 0,1-1 0,-1 0 0,0 0 0,0-1 0,-1 0 0,1 0 0,-1-1 0,11-6 0,105-77-1365,-110 76-5461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4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0 24575,'0'4'0,"1"-1"0,0 1 0,0-1 0,0 1 0,1-1 0,-1 1 0,2 2 0,8 22 0,-5 21 0,-2 0 0,-5 92 0,-2-47 0,4-50 0,-2 0 0,-2-1 0,-16 77 0,19-118 0,0 0 0,-1 1 0,1-1 0,-1 0 0,0 0 0,1 0 0,-1 1 0,0-1 0,0 0 0,-1 0 0,1 0 0,0-1 0,-1 1 0,1 0 0,-1 0 0,1-1 0,-1 1 0,0-1 0,1 1 0,-1-1 0,0 0 0,0 0 0,0 0 0,0 0 0,-1 0 0,1 0 0,0 0 0,0-1 0,0 1 0,-1-1 0,-3 1 0,3-2 0,-1 0 0,0 0 0,0 0 0,0 0 0,0 0 0,1-1 0,-1 0 0,1 0 0,-1 0 0,1 0 0,0 0 0,0-1 0,0 1 0,0-1 0,0 0 0,0 0 0,-2-5 0,-7-6 0,0-2 0,-1 0 0,2-1 0,0 0 0,-13-31 0,23 46 0,0-1 0,0 0 0,0 1 0,0-1 0,-1 1 0,1 0 0,-1-1 0,1 1 0,-1 0 0,0 0 0,0 0 0,0 0 0,0 0 0,0 1 0,0-1 0,-1 0 0,1 1 0,0 0 0,-1-1 0,1 1 0,-1 0 0,0 0 0,1 1 0,-1-1 0,0 1 0,1-1 0,-1 1 0,0 0 0,0 0 0,-4 0 0,3 1 0,0 0 0,1 0 0,-1 0 0,1 1 0,-1-1 0,1 1 0,0 0 0,0-1 0,0 2 0,0-1 0,0 0 0,0 1 0,0-1 0,1 1 0,-1 0 0,1 0 0,0 0 0,0 0 0,0 0 0,0 0 0,1 1 0,-3 5 0,0 4 0,1 1 0,0 0 0,1 0 0,0 0 0,1 0 0,1 28 0,1-33 0,0 0 0,0 0 0,1 0 0,0 0 0,0 0 0,1 0 0,0-1 0,1 1 0,0-1 0,0 0 0,9 13 0,-12-19 0,1 0 0,0 0 0,0-1 0,0 1 0,0 0 0,0-1 0,0 1 0,0-1 0,0 1 0,1-1 0,-1 0 0,1 0 0,-1 0 0,1 0 0,-1-1 0,1 1 0,-1-1 0,1 1 0,-1-1 0,1 0 0,0 0 0,-1 0 0,1-1 0,-1 1 0,1 0 0,0-1 0,-1 0 0,1 1 0,3-3 0,7-4 0,-1 1 0,0-1 0,-1-1 0,18-15 0,4-3 0,95-52-1365,-110 66-5461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4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700 2 24575,'-41'-1'0,"16"0"0,-48 5 0,66-3 0,0 0 0,0 1 0,0 0 0,0 0 0,0 0 0,0 1 0,0 0 0,1 0 0,0 1 0,-12 9 0,-31 20 0,38-27 0,1 1 0,-1 0 0,-12 12 0,20-15 0,0-1 0,0 1 0,0 0 0,0 0 0,0 0 0,1 1 0,0-1 0,-1 1 0,2-1 0,-1 1 0,1 0 0,-2 6 0,2-4 0,0 1 0,1-1 0,-1 1 0,2-1 0,-1 0 0,1 1 0,0-1 0,0 0 0,1 1 0,0-1 0,1 0 0,-1 0 0,1-1 0,0 1 0,1 0 0,0-1 0,0 0 0,0 0 0,1 0 0,0-1 0,0 1 0,0-1 0,1 0 0,0-1 0,0 1 0,0-1 0,10 5 0,-13-7 0,0-1 0,0 1 0,0 0 0,-1 0 0,1 0 0,-1 0 0,1 0 0,-1 1 0,0-1 0,0 1 0,0-1 0,0 1 0,-1 0 0,1-1 0,-1 1 0,1 0 0,-1 0 0,0 0 0,0 1 0,-1-1 0,1 0 0,0 0 0,-1 0 0,0 1 0,0 4 0,-1-3 0,0-1 0,0 1 0,0-1 0,-1 1 0,0-1 0,0 1 0,0-1 0,0 0 0,-1 0 0,1 0 0,-1 0 0,0 0 0,-1-1 0,1 1 0,0-1 0,-7 5 0,-12 8 0,-1 0 0,-1-2 0,-42 20 0,52-28 0,-1 0 0,1-2 0,-1 1 0,0-2 0,0 0 0,-1 0 0,1-2 0,-18 0 0,23-2 1,-1-1 0,1 0 0,1 0 0,-1-1-1,0-1 1,1 0 0,-11-6 0,-15-5-1373,17 8-5454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6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 1 24575,'-2'2'0,"1"0"0,-1 1 0,1-1 0,-1 0 0,0 0 0,0 0 0,0 0 0,0 0 0,0 0 0,0-1 0,0 1 0,-1-1 0,1 1 0,-4 0 0,-12 11 0,-26 26 0,23-22 0,0 2 0,2 1 0,0 0 0,-17 24 0,-96 141 0,128-178 0,0 0 0,1 1 0,0-1 0,0 1 0,1-1 0,0 1 0,0 0 0,1 0 0,-1 11 0,1 12 0,4 34 0,-1-19 0,-2-18 0,-1-15 0,1 0 0,0 1 0,1-1 0,1 0 0,0 0 0,1 0 0,0 0 0,1 0 0,0 0 0,7 13 0,7 9 0,-14-25 0,1 1 0,0-2 0,1 1 0,0 0 0,1-1 0,0 0 0,0-1 0,17 16 0,-15-16 0,0-1 0,0 0 0,1 0 0,0-1 0,0 0 0,0-1 0,1 0 0,0 0 0,0-2 0,0 1 0,1-1 0,-1-1 0,18 2 0,128-5 115,-63-1-1595,-69 2-5346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7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2 675 24575,'-1'-80'0,"3"-92"0,23 56 0,-22 98 0,2 0 0,-1 1 0,2-1 0,0 1 0,2 0 0,9-17 0,8-21 0,-19 43 0,0-1 0,1 1 0,11-15 0,-17 24 0,1 1 0,0-1 0,0 1 0,0 0 0,0-1 0,0 1 0,0 0 0,1 0 0,-1 0 0,1 1 0,-1-1 0,1 0 0,0 1 0,-1 0 0,1 0 0,0 0 0,0 0 0,0 0 0,0 0 0,0 1 0,4-1 0,-6 2 0,1-1 0,-1 0 0,0 1 0,1 0 0,-1-1 0,0 1 0,0 0 0,1-1 0,-1 1 0,0 0 0,0 0 0,0 0 0,0 0 0,0 0 0,0 0 0,0 0 0,0 1 0,-1-1 0,1 0 0,0 0 0,-1 1 0,1-1 0,-1 1 0,1 1 0,8 41 0,-5-22 0,3 16 0,-2 0 0,-1 0 0,-2 0 0,-3 40 0,4 67 0,-3-142 0,0 0 0,1 0 0,-1-1 0,1 1 0,0 0 0,0-1 0,0 1 0,0 0 0,2 2 0,7 0 0,2-16 0,-7 3 0,6-8 0,-1 0 0,2 1 0,0 0 0,28-25 0,80-54 0,-83 56 0,-5 5 0,56-31 0,-61 45 0,0 0 0,-2-2 0,43-44 0,-65 62 0,1-2 0,1 0 0,-1 0 0,1 0 0,0 1 0,10-8 0,-15 12 0,1 0 0,-1-1 0,1 1 0,0 0 0,-1 0 0,1 0 0,0-1 0,-1 1 0,1 0 0,-1 0 0,1 0 0,0 0 0,-1 0 0,1 0 0,0 0 0,-1 0 0,1 0 0,0 0 0,-1 1 0,1-1 0,-1 0 0,1 0 0,0 1 0,-1-1 0,2 1 0,-1 0 0,0 1 0,0-1 0,0 1 0,0-1 0,0 1 0,0 0 0,0-1 0,-1 1 0,1 0 0,-1 0 0,1 0 0,-1-1 0,1 5 0,2 37 0,-1 1 0,-5 60 0,0-11 0,2-76 0,-1 0 0,0 0 0,-2 0 0,0-1 0,-1 1 0,-7 16 0,-3 11 0,9-22 0,-4 36 0,7-39 0,0-1 0,-1 1 0,-9 23 0,9-31 0,-15 39 0,18-47 0,0 1 0,0-1 0,0 1 0,1 0 0,-1 0 0,1-1 0,0 1 0,0 0 0,0 0 0,1 5 0,-1-9 0,1 0 0,-1 1 0,0-1 0,0 0 0,0 1 0,1-1 0,-1 0 0,0 1 0,0-1 0,1 0 0,-1 0 0,0 1 0,1-1 0,-1 0 0,0 0 0,1 0 0,-1 1 0,0-1 0,1 0 0,-1 0 0,0 0 0,1 0 0,-1 0 0,0 0 0,1 0 0,-1 0 0,1 0 0,-1 0 0,0 0 0,1 0 0,-1 0 0,1 0 0,-1 0 0,0 0 0,1 0 0,-1 0 0,0-1 0,1 1 0,-1 0 0,0 0 0,1 0 0,-1-1 0,0 1 0,0 0 0,1 0 0,-1-1 0,0 1 0,0 0 0,1-1 0,-1 1 0,0-1 0,16-15 0,-16 16 0,16-17-23,0 1 0,1 1 0,1 1 0,0 0 0,1 1 0,30-15 0,-2 0-1181,-27 16-5622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7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 24575,'21'0'0,"19"1"0,-1-2 0,0-2 0,58-11 0,-75 10 0,40-2 0,-48 6 0,1-1 0,-1 0 0,1-2 0,-1 1 0,0-2 0,23-8 0,-11 0-227,1 1-1,0 2 1,1 1-1,0 0 1,38-3-1,-44 9-6598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8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24575,'1'4'0,"-1"-1"0,1 1 0,0-1 0,1 1 0,-1-1 0,0 0 0,3 4 0,7 20 0,-5 22 0,-3 0 0,-4 93 0,-1-48 0,3-12 0,-3 87 0,-2-146-1365,-2-6-5461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9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24575,'9'-1'0,"0"0"0,-1 0 0,1-1 0,16-6 0,25-4 0,9 7 0,-24 3 0,52-11 0,68-15 0,-117 22-455,1 3 0,52 1 0,-67 2-6371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8:19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1 24575,'8'0'0,"1"-1"0,-1 1 0,1 1 0,-1-1 0,1 2 0,-1-1 0,1 1 0,-1 0 0,0 1 0,0 0 0,0 0 0,0 0 0,-1 1 0,1 1 0,8 5 0,36 32 0,-17-15 0,41 42 0,-67-60 0,4 4 0,-1 0 0,20 27 0,-29-34 0,1 1 0,-1-1 0,0 1 0,0 0 0,-1 0 0,0 0 0,-1 0 0,1 0 0,-1 0 0,0 9 0,-1 215 0,-2-97 0,2-129 0,0 1 0,0-1 0,-1 1 0,0-1 0,0 0 0,0 1 0,-1-1 0,0 0 0,0 0 0,0 0 0,0 0 0,-1 0 0,0-1 0,-5 8 0,-9 15 0,14-21 0,0 0 0,-1 0 0,0 0 0,0-1 0,-6 6 0,-125 138 0,76-89 0,28-27 0,-1-1 0,-57 42 0,72-61 0,1 0 0,0 1 0,1 1 0,1 0 0,0 1 0,-18 29 0,-40 50 0,69-89 3,-1-1-1,0 0 0,0-1 1,-1 1-1,1-1 0,-1 0 1,0 0-1,0 0 0,-1-1 1,-7 5-1,-5-1-35,0 0-1,-20 5 1,-13 5-1258,33-11-5535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9:12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1 24575,'0'0'0,"0"0"0,0 0 0,1 0 0,-1 0 0,0 0 0,0 0 0,0 0 0,0 0 0,0 0 0,1 0 0,-1 0 0,0 0 0,0 1 0,0-1 0,0 0 0,0 0 0,0 0 0,0 0 0,1 0 0,-1 0 0,0 0 0,0 0 0,0 1 0,0-1 0,0 0 0,0 0 0,0 0 0,0 0 0,0 0 0,0 1 0,0-1 0,0 0 0,0 0 0,0 0 0,0 0 0,0 0 0,0 1 0,0-1 0,0 0 0,0 0 0,0 0 0,0 0 0,0 0 0,0 1 0,0-1 0,0 0 0,0 0 0,0 0 0,0 0 0,0 0 0,0 1 0,-1-1 0,1 0 0,0 0 0,0 0 0,0 0 0,-10 14 0,-14 13 0,8-13 0,-1-1 0,0 0 0,-29 16 0,25-16 0,1 0 0,-29 25 0,30-22 0,-2-1 0,-37 22 0,31-20 0,-28 21 0,29-19 0,-51 28 0,37-24 0,27-15 0,1 0 0,0 1 0,0 1 0,1 0 0,0 0 0,1 1 0,0 1 0,1 0 0,0 0 0,1 0 0,0 1 0,-6 16 0,13-28 0,1 0 0,0 0 0,-1 0 0,1 0 0,0 0 0,0 1 0,0-1 0,0 0 0,0 0 0,0 0 0,0 0 0,0 0 0,0 0 0,0 0 0,0 0 0,1 1 0,-1-1 0,1 0 0,-1 0 0,1 0 0,-1 0 0,1 0 0,-1-1 0,1 1 0,0 0 0,-1 0 0,1 0 0,0 0 0,0-1 0,0 1 0,0 0 0,0-1 0,0 1 0,-1-1 0,1 1 0,1-1 0,-1 1 0,0-1 0,0 0 0,0 1 0,0-1 0,0 0 0,2 0 0,7 2 0,1-1 0,-1 0 0,18 0 0,-21-1 0,279-4 0,-265 3 0,-1-2 0,0 0 0,0-1 0,0-1 0,24-10 0,35-8 0,-58 17-1365,-4-1-5461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9:1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24575,'13'1'0,"0"1"0,0 1 0,0 0 0,0 1 0,17 7 0,13 3 0,-1-6 0,0-1 0,0-3 0,1-1 0,84-6 0,-30 1 0,-42 2-1365,-31 0-5461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9:14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24575,'1'0'0,"0"1"0,1-1 0,-1 1 0,0 0 0,0-1 0,0 1 0,0 0 0,0-1 0,0 1 0,0 0 0,0 0 0,0 0 0,0 0 0,0 0 0,-1 0 0,1 0 0,0 1 0,-1-1 0,1 0 0,0 0 0,-1 0 0,0 1 0,1-1 0,-1 0 0,0 0 0,0 1 0,1 1 0,4 43 0,-5-41 0,3 355 0,-5-185 0,2-120-1365,0-31-5461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9:1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1 228 24575,'0'-1'0,"0"0"0,0 0 0,1 1 0,-1-1 0,0 0 0,1 0 0,-1 0 0,0 1 0,1-1 0,-1 0 0,1 1 0,-1-1 0,1 0 0,0 1 0,-1-1 0,1 1 0,0-1 0,-1 0 0,1 1 0,0 0 0,-1-1 0,1 1 0,1-1 0,24-8 0,-11 3 0,9-6 0,-7 3 0,0 1 0,1 0 0,20-6 0,-20 8 0,0-1 0,0 0 0,27-18 0,28-11 0,-65 32-69,-1 0-1,0 0 0,0-1 1,0 0-1,-1 0 0,11-11 1,-9 9-809,7-8-5948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9:15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24575,'1'5'0,"1"-1"0,0 0 0,0 0 0,0 0 0,1 0 0,-1-1 0,1 1 0,0-1 0,0 1 0,0-1 0,0 0 0,8 5 0,2 4 0,-4-2 0,1 0 0,0-1 0,1 0 0,0-1 0,0 0 0,1-1 0,-1 0 0,15 6 0,-2-2 0,-1 1 0,35 24 0,-47-28 0,-1 0 0,1 1 0,-2 0 0,1 1 0,-2 0 0,1 0 0,7 12 0,13 11-128,-19-23-1109,2 2-5589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1:59:31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2:00:53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1304 84 24575,'-62'0'0,"-113"-3"0,155 1 0,1-1 0,-1-1 0,1 0 0,0-2 0,0 0 0,-30-15 0,35 15 0,0 0 0,0 1 0,0 1 0,-1 0 0,1 0 0,-1 2 0,-19-2 0,-108 5 0,62 1 0,57 0 0,-1 1 0,1 0 0,0 2 0,-42 13 0,56-14 0,0 1 0,1 0 0,-1 0 0,1 0 0,0 1 0,1 0 0,-1 1 0,1 0 0,-9 10 0,6-6 0,-1 0 0,-22 17 0,5-7 0,-35 35 0,24-20 0,15-12 0,-28 34 0,44-50 0,4-2 0,1 1 0,-1-1 0,1 1 0,0-1 0,0 1 0,1 0 0,0 0 0,0 0 0,0 0 0,1 1 0,0-1 0,1 0 0,0 0 0,0 9 0,1-1 0,0 0 0,1 0 0,1 1 0,0-1 0,10 24 0,-5-24 0,0 0 0,2 0 0,-1-1 0,2-1 0,0 0 0,24 23 0,-3-3 0,56 50 0,-37-37 0,-39-37 0,0 0 0,1 0 0,0-1 0,0-1 0,1 0 0,0-1 0,16 5 0,-10-4 0,-2 1 0,36 20 0,-41-21 0,0-1 0,1 0 0,0-1 0,-1-1 0,2 0 0,-1-1 0,17 2 0,8 3 0,5-2 0,0-1 0,0-3 0,73-4 0,-23 0 0,-91 2 0,32 0 0,0-1 0,1-1 0,54-11 0,-39 1 0,-27 8 0,0-1 0,0-2 0,-1 0 0,0-2 0,36-18 0,-50 22 0,0 0 0,-1 0 0,0-1 0,0 0 0,0-1 0,-1 0 0,0 0 0,0 0 0,-1-1 0,0 0 0,0 0 0,6-14 0,-5 8 0,0-1 0,-1-1 0,-1 1 0,-1-1 0,0 0 0,-1 0 0,-1 0 0,0 0 0,-1-1 0,-2-17 0,-1-318 0,2 342 0,0 1 0,-1-1 0,0 1 0,-1-1 0,1 1 0,-2 0 0,0-1 0,0 1 0,-5-10 0,5 15 0,1-1 0,-1 1 0,0 1 0,0-1 0,0 0 0,0 1 0,-1-1 0,1 1 0,-1 0 0,0 0 0,0 1 0,0-1 0,0 1 0,-1 0 0,1 0 0,-1 0 0,1 1 0,-1-1 0,1 1 0,-6 0 0,-12-1-252,0 0 0,-35 4 0,48-2-357,-15 1-6217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2:00:54.8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1 571 24575,'94'-4'-722,"-1"-9"-7059,-48 7 8426,47-1 1,24-2-706,85-5-637,-96 10 441,13-8 256,35-1 0,352 12-1191,-236 2 1668,-211 2 2985,29 8-3119,28 2-939,15 0 986,14 1-424,-43-15 204,39 3 186,-50 12-133,-62-9-148,50 4 1,542-8 3190,-299-3-2058,-299 1-1208,-1-2 0,1 0 0,21-7 0,11-1 0,2-1 0,-34 7 0,0 1 0,40-3 0,-49 7 0,19 0 0,0-2 0,0-1 0,32-7 0,98-18 0,-140 25 0,0 0 0,1 1 0,38 3 0,-39 0 0,-1-1 0,1-1 0,40-6 0,-57 6 0,-1-1 0,0 1 0,0-1 0,0 1 0,0-1 0,0 0 0,0 0 0,0-1 0,-1 1 0,1-1 0,-1 0 0,1 0 0,-1 0 0,0 0 0,0-1 0,-1 1 0,1-1 0,-1 0 0,0 0 0,0 1 0,0-2 0,2-5 0,-3 6 0,0 1 0,-1-1 0,1 0 0,-1 0 0,0 1 0,0-1 0,0 0 0,-1 0 0,1 0 0,-1 1 0,0-1 0,0 0 0,0 1 0,-1-1 0,1 1 0,-1-1 0,0 1 0,0 0 0,0 0 0,0 0 0,-1 0 0,1 0 0,-1 0 0,0 1 0,0-1 0,-5-3 0,-22-14 0,-2 2 0,-56-25 0,-48-11 0,98 40 0,27 10 0,0 1 0,0-2 0,0 1 0,1-2 0,0 1 0,0-1 0,-16-14 0,20 15 0,-1 1 0,0-1 0,0 1 0,0 0 0,0 1 0,-1 0 0,1 0 0,-17-3 0,-21-9 0,-26-14 0,71 29 0,0 0 0,0 0 0,0 0 0,0 0 0,-1 0 0,1 0 0,0 0 0,0 0 0,0 0 0,0 0 0,0 0 0,-1 0 0,1 0 0,0 0 0,0 0 0,0 0 0,0 0 0,0 0 0,0 0 0,-1-1 0,1 1 0,0 0 0,0 0 0,0 0 0,0 0 0,0 0 0,0 0 0,0 0 0,0-1 0,0 1 0,-1 0 0,1 0 0,0 0 0,0 0 0,0 0 0,0-1 0,0 1 0,0 0 0,0 0 0,0 0 0,0 0 0,0 0 0,0-1 0,0 1 0,0 0 0,0 0 0,0 0 0,0 0 0,0 0 0,0 0 0,1-1 0,-1 1 0,0 0 0,0 0 0,11-3 0,17 2 0,5 1 0,1 2 0,47 8 0,-66-7 0,1 1 0,-1 0 0,1 1 0,-2 1 0,1 1 0,-1 0 0,18 12 0,48 29 0,-56-35 0,0 2 0,0 0 0,39 35 0,-33-24 0,-20-19 0,-1 1 0,-1 0 0,10 11 0,-11-11 0,-1 1 0,0 0 0,0 0 0,-1 0 0,0 1 0,-1 0 0,5 12 0,-8-15 0,1 1 0,-1-1 0,0 0 0,-1 1 0,0-1 0,0 0 0,0 1 0,-1-1 0,0 0 0,-1 1 0,-3 10 0,-2-1 0,0 0 0,-1-1 0,-1 0 0,-1 0 0,0-1 0,-1 0 0,0 0 0,-21 18 0,-60 83 0,81-103 0,0 1 0,-15 26 0,19-27 0,-1-1 0,0 0 0,-1 0 0,-16 16 0,-9 9 0,29-29 0,-2-1 0,1 0 0,-1 0 0,-13 10 0,7-5 0,-1-1 0,2 2 0,0 0 0,-13 17 0,-26 28 0,16-24 0,-66 56 0,6-5 0,89-80-110,0 0-141,0 0 0,0 0 0,-1-1 0,-8 5 0,-2-3-6575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02:00:57.2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1 24575,'-703'0'0,"702"0"0,-1 0 0,1 0 0,-1 0 0,1 0 0,-1 0 0,1 0 0,0 0 0,-1 1 0,1-1 0,0 1 0,-1-1 0,1 1 0,0-1 0,-1 1 0,1 0 0,0 0 0,0-1 0,-1 2 0,1-1 0,0 0 0,1 0 0,0 0 0,-1 0 0,1 0 0,-1 0 0,1 0 0,0 0 0,0 0 0,0 0 0,-1 0 0,1 0 0,0 0 0,0 0 0,1 0 0,-1 0 0,0 0 0,0 0 0,1 2 0,2 5 0,1 1 0,0-1 0,0 1 0,10 12 0,-2 0 0,-4-5 0,0 0 0,-2 0 0,0 1 0,-1-1 0,0 1 0,2 22 0,-3-17 0,2 0 0,8 24 0,-7-27 0,-1 0 0,-1 0 0,3 23 0,-5-18 0,2-1 0,13 40 0,-10-41 0,-1 1 0,5 41 0,-11-57 0,0-1 0,1 0 0,-1 1 0,1-1 0,0 0 0,1 0 0,-1 0 0,1 0 0,1 0 0,3 6 0,-5-10 0,0 0 0,-1 0 0,1 0 0,0-1 0,0 1 0,-1 0 0,2-1 0,-1 1 0,0-1 0,0 0 0,0 1 0,0-1 0,1 0 0,-1-1 0,1 1 0,-1 0 0,1-1 0,-1 1 0,1-1 0,-1 0 0,1 0 0,-1 0 0,1 0 0,-1 0 0,1 0 0,-1-1 0,1 1 0,-1-1 0,4-1 0,-1-1 0,0 0 0,0-1 0,0 0 0,-1 0 0,1 0 0,-1 0 0,0-1 0,0 1 0,5-10 0,15-14 0,-4 8 0,6-6 0,51-38 0,-64 57 0,0 0 0,1 1 0,0 0 0,0 1 0,1 1 0,27-5 0,15-5 0,-52 12 0,0 1 0,0-1 0,0 1 0,0 1 0,0-1 0,0 1 0,0-1 0,0 1 0,9 2 0,-12-2 0,0 1 0,-1 0 0,1 0 0,0 0 0,0 0 0,0 0 0,-1 0 0,1 0 0,0 0 0,-1 1 0,1-1 0,-1 1 0,0-1 0,1 1 0,-1 0 0,0-1 0,0 1 0,0 0 0,0 0 0,-1 0 0,1 0 0,0 0 0,-1 0 0,1 0 0,-1 0 0,1 3 0,2 26 0,-1 1 0,-1-1 0,-5 42 0,1 7 0,3-65 0,0-3 0,1 0 0,-2 1 0,0-1 0,0 0 0,-1 0 0,-1 0 0,0 0 0,-8 21 0,-6 8 0,13-31 0,0 0 0,0-1 0,-1 1 0,0-1 0,0 0 0,-14 16 0,-17 17 0,22-24 0,-1-1 0,0-1 0,-1-1 0,0 0 0,-2-1 0,-28 18 0,-122 70 0,57-44 0,100-53 0,0 1 0,0 1 0,-13 11 0,15-11 0,-1 0 0,0-1 0,-19 10 0,-29 16-7,50-27-107,-1 1 1,1-1 0,-1 0 0,0-1 0,0 0 0,0-1 0,0 0-1,-1 0 1,1-1 0,-1 0 0,-11 1 0,4-6-6713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8B22F-1C18-4054-98FF-AC679ACD4B4A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F0819-9235-47D4-8C0F-7BC703BD1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49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E81F-A434-A6D6-B231-6631A8EFE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0DF64-4F27-617A-D1CE-2533758AE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D67D2-01B4-5150-DD8A-406BF55F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01AC5-3DFB-B777-DF04-6C915071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6C8C3-C676-D130-28EB-CF4EA177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87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4D08-2610-DFBE-F6F2-6257DB44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9843F-0F58-C6AE-D2F6-DEF47FA8A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CC726-5145-5297-0B86-6F081B21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9346-E241-7A43-4D81-4A0C22C9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39AF9-16D1-96A8-9BC1-FA5B6A77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953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60B3-320E-174F-AF14-4D3C54B8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B13C3-8A87-49AB-BB2B-46818195A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562FF-9AA5-98D9-4611-2CDAB781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E4AB-492B-2308-42F6-8C04E3F5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55100-598B-9134-F7A7-75386DB1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85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4ADA-A741-35C4-ADA9-2DB73B8B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E662C-FEBF-71B6-E6D4-F21B373F7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C82A1-FA08-F238-B6A5-C6067ACCF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428A0-C36C-A3CF-C2DD-A13FED1F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6A5C7-B508-B8F5-BAF1-6B9749ED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ED2DB-FAC5-68DE-CBA8-010C2551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64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3C97-2982-F618-168C-636654EB2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1CA85-7DD1-EC30-DA97-3EB1D63D5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0C4-0831-EDAC-05D3-DA52309B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54E6B-781F-CEAE-9BB2-B9057A85A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B30D3-5FF9-9486-724B-20C2E5632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57D49-E577-343E-81EE-94B7DB7C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749F8-98A0-0958-A8C3-28542281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CC41B-5069-BD67-836C-16765339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51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C831-6647-51A4-B5B5-405590E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6560F-443B-2475-2030-52F3C43E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C9DCA-7CA3-450F-1261-54E73408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42524-44A0-2496-5405-AD147DD6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22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6A598-6B7D-6FB7-2D09-5466F171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188E9-DF82-E514-9D30-AE26EC08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D0DAF-83C3-9AF0-92EC-69AD4776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7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2157-15FB-8B46-65A8-2A21533B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9B15-4FF1-4203-9480-9A25EE200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83EDC-AC51-9644-6035-131A5D095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9AEE0-BB7A-9769-4ECF-CCEBDC0A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7C1DB-0DEE-4442-D55B-385D79E4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DFB58-2AE2-3B88-33A8-868EC304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012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AF6F-2A49-7796-E4AF-CD79DE9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FFA7C-D85E-436F-95B5-52B1FCB5C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26131-EF38-EA69-CC7A-C0EA3ECB2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A6512-3C88-DD09-C529-5DC71C2A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43A72-2B54-67CC-46E8-E53A8E04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C1643-4645-AC63-ECA2-2E21C302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20EC-5598-6798-DFDF-624630BD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942B7-7149-FD3E-3A71-0AA124FDA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73653-4A8A-173D-FD33-C90FDE6B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986D8-2094-B186-0594-28F1C1D81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4E53F-A479-9EEC-5F02-AD778BAB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75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C4ACD-1C3C-B916-B529-6B73C9761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14746-7497-DA07-6E8C-A1AC8644D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24C0-12BD-E229-53C2-942FCAA6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060B7-40DF-0417-3157-4BEE057A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FCDE0-AFB1-C804-2B5C-1A7995CD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6531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A76EF-C94C-24D6-F3C2-EA6B9BA9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63E72-DAC1-8EEA-56B1-45454599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EA60-BCB2-E1FC-DDEF-1AA720882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51467-73DA-41EC-B49E-EE1CA07CF6F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B57F6-109B-3D04-E523-64786FA48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5A513-EB35-F543-A161-21C083E26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EB5D8-5318-4252-9993-F8071FFC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7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63" Type="http://schemas.openxmlformats.org/officeDocument/2006/relationships/image" Target="../media/image32.png"/><Relationship Id="rId68" Type="http://schemas.openxmlformats.org/officeDocument/2006/relationships/image" Target="../media/image34.png"/><Relationship Id="rId76" Type="http://schemas.openxmlformats.org/officeDocument/2006/relationships/image" Target="../media/image37.png"/><Relationship Id="rId84" Type="http://schemas.openxmlformats.org/officeDocument/2006/relationships/image" Target="../media/image41.png"/><Relationship Id="rId89" Type="http://schemas.openxmlformats.org/officeDocument/2006/relationships/customXml" Target="../ink/ink45.xml"/><Relationship Id="rId7" Type="http://schemas.openxmlformats.org/officeDocument/2006/relationships/image" Target="../media/image4.png"/><Relationship Id="rId71" Type="http://schemas.openxmlformats.org/officeDocument/2006/relationships/customXml" Target="../ink/ink35.xml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image" Target="../media/image36.png"/><Relationship Id="rId79" Type="http://schemas.openxmlformats.org/officeDocument/2006/relationships/customXml" Target="../ink/ink40.xml"/><Relationship Id="rId87" Type="http://schemas.openxmlformats.org/officeDocument/2006/relationships/customXml" Target="../ink/ink44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82" Type="http://schemas.openxmlformats.org/officeDocument/2006/relationships/image" Target="../media/image40.png"/><Relationship Id="rId90" Type="http://schemas.openxmlformats.org/officeDocument/2006/relationships/image" Target="../media/image44.png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customXml" Target="../ink/ink34.xml"/><Relationship Id="rId77" Type="http://schemas.openxmlformats.org/officeDocument/2006/relationships/customXml" Target="../ink/ink39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80" Type="http://schemas.openxmlformats.org/officeDocument/2006/relationships/image" Target="../media/image39.png"/><Relationship Id="rId85" Type="http://schemas.openxmlformats.org/officeDocument/2006/relationships/customXml" Target="../ink/ink43.xml"/><Relationship Id="rId3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0.png"/><Relationship Id="rId67" Type="http://schemas.openxmlformats.org/officeDocument/2006/relationships/customXml" Target="../ink/ink33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image" Target="../media/image35.png"/><Relationship Id="rId75" Type="http://schemas.openxmlformats.org/officeDocument/2006/relationships/customXml" Target="../ink/ink38.xml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73" Type="http://schemas.openxmlformats.org/officeDocument/2006/relationships/customXml" Target="../ink/ink37.xml"/><Relationship Id="rId78" Type="http://schemas.openxmlformats.org/officeDocument/2006/relationships/image" Target="../media/image38.png"/><Relationship Id="rId81" Type="http://schemas.openxmlformats.org/officeDocument/2006/relationships/customXml" Target="../ink/ink41.xml"/><Relationship Id="rId86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51.xml"/><Relationship Id="rId18" Type="http://schemas.openxmlformats.org/officeDocument/2006/relationships/image" Target="../media/image51.png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12" Type="http://schemas.openxmlformats.org/officeDocument/2006/relationships/image" Target="../media/image48.png"/><Relationship Id="rId17" Type="http://schemas.openxmlformats.org/officeDocument/2006/relationships/customXml" Target="../ink/ink53.xml"/><Relationship Id="rId2" Type="http://schemas.openxmlformats.org/officeDocument/2006/relationships/image" Target="../media/image1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11" Type="http://schemas.openxmlformats.org/officeDocument/2006/relationships/customXml" Target="../ink/ink50.xml"/><Relationship Id="rId5" Type="http://schemas.openxmlformats.org/officeDocument/2006/relationships/image" Target="../media/image45.png"/><Relationship Id="rId15" Type="http://schemas.openxmlformats.org/officeDocument/2006/relationships/customXml" Target="../ink/ink52.xml"/><Relationship Id="rId10" Type="http://schemas.openxmlformats.org/officeDocument/2006/relationships/image" Target="../media/image47.png"/><Relationship Id="rId4" Type="http://schemas.openxmlformats.org/officeDocument/2006/relationships/image" Target="../media/image8.png"/><Relationship Id="rId9" Type="http://schemas.openxmlformats.org/officeDocument/2006/relationships/customXml" Target="../ink/ink49.xml"/><Relationship Id="rId1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59.xml"/><Relationship Id="rId3" Type="http://schemas.openxmlformats.org/officeDocument/2006/relationships/customXml" Target="../ink/ink54.xml"/><Relationship Id="rId7" Type="http://schemas.openxmlformats.org/officeDocument/2006/relationships/customXml" Target="../ink/ink56.xml"/><Relationship Id="rId12" Type="http://schemas.openxmlformats.org/officeDocument/2006/relationships/image" Target="../media/image5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customXml" Target="../ink/ink58.xml"/><Relationship Id="rId5" Type="http://schemas.openxmlformats.org/officeDocument/2006/relationships/customXml" Target="../ink/ink55.xm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57.xml"/><Relationship Id="rId1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customXml" Target="../ink/ink67.xml"/><Relationship Id="rId26" Type="http://schemas.openxmlformats.org/officeDocument/2006/relationships/customXml" Target="../ink/ink71.xml"/><Relationship Id="rId39" Type="http://schemas.openxmlformats.org/officeDocument/2006/relationships/image" Target="../media/image76.png"/><Relationship Id="rId21" Type="http://schemas.openxmlformats.org/officeDocument/2006/relationships/image" Target="../media/image67.png"/><Relationship Id="rId34" Type="http://schemas.openxmlformats.org/officeDocument/2006/relationships/customXml" Target="../ink/ink75.xml"/><Relationship Id="rId42" Type="http://schemas.openxmlformats.org/officeDocument/2006/relationships/customXml" Target="../ink/ink79.xml"/><Relationship Id="rId47" Type="http://schemas.openxmlformats.org/officeDocument/2006/relationships/image" Target="../media/image80.png"/><Relationship Id="rId50" Type="http://schemas.openxmlformats.org/officeDocument/2006/relationships/customXml" Target="../ink/ink83.xml"/><Relationship Id="rId55" Type="http://schemas.openxmlformats.org/officeDocument/2006/relationships/image" Target="../media/image84.png"/><Relationship Id="rId63" Type="http://schemas.openxmlformats.org/officeDocument/2006/relationships/image" Target="../media/image88.png"/><Relationship Id="rId68" Type="http://schemas.openxmlformats.org/officeDocument/2006/relationships/image" Target="../media/image91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6" Type="http://schemas.openxmlformats.org/officeDocument/2006/relationships/customXml" Target="../ink/ink66.xml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62.png"/><Relationship Id="rId24" Type="http://schemas.openxmlformats.org/officeDocument/2006/relationships/customXml" Target="../ink/ink70.xml"/><Relationship Id="rId32" Type="http://schemas.openxmlformats.org/officeDocument/2006/relationships/customXml" Target="../ink/ink74.xml"/><Relationship Id="rId37" Type="http://schemas.openxmlformats.org/officeDocument/2006/relationships/image" Target="../media/image75.png"/><Relationship Id="rId40" Type="http://schemas.openxmlformats.org/officeDocument/2006/relationships/customXml" Target="../ink/ink78.xml"/><Relationship Id="rId45" Type="http://schemas.openxmlformats.org/officeDocument/2006/relationships/image" Target="../media/image79.png"/><Relationship Id="rId53" Type="http://schemas.openxmlformats.org/officeDocument/2006/relationships/image" Target="../media/image83.png"/><Relationship Id="rId58" Type="http://schemas.openxmlformats.org/officeDocument/2006/relationships/customXml" Target="../ink/ink87.xml"/><Relationship Id="rId66" Type="http://schemas.openxmlformats.org/officeDocument/2006/relationships/image" Target="../media/image90.png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49" Type="http://schemas.openxmlformats.org/officeDocument/2006/relationships/image" Target="../media/image81.png"/><Relationship Id="rId57" Type="http://schemas.openxmlformats.org/officeDocument/2006/relationships/image" Target="../media/image85.png"/><Relationship Id="rId61" Type="http://schemas.openxmlformats.org/officeDocument/2006/relationships/image" Target="../media/image87.png"/><Relationship Id="rId10" Type="http://schemas.openxmlformats.org/officeDocument/2006/relationships/customXml" Target="../ink/ink63.xml"/><Relationship Id="rId19" Type="http://schemas.openxmlformats.org/officeDocument/2006/relationships/image" Target="../media/image66.png"/><Relationship Id="rId31" Type="http://schemas.openxmlformats.org/officeDocument/2006/relationships/image" Target="../media/image72.png"/><Relationship Id="rId44" Type="http://schemas.openxmlformats.org/officeDocument/2006/relationships/customXml" Target="../ink/ink80.xml"/><Relationship Id="rId52" Type="http://schemas.openxmlformats.org/officeDocument/2006/relationships/customXml" Target="../ink/ink84.xml"/><Relationship Id="rId60" Type="http://schemas.openxmlformats.org/officeDocument/2006/relationships/customXml" Target="../ink/ink88.xml"/><Relationship Id="rId65" Type="http://schemas.openxmlformats.org/officeDocument/2006/relationships/customXml" Target="../ink/ink90.xml"/><Relationship Id="rId4" Type="http://schemas.openxmlformats.org/officeDocument/2006/relationships/customXml" Target="../ink/ink60.xml"/><Relationship Id="rId9" Type="http://schemas.openxmlformats.org/officeDocument/2006/relationships/image" Target="../media/image61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../media/image70.png"/><Relationship Id="rId30" Type="http://schemas.openxmlformats.org/officeDocument/2006/relationships/customXml" Target="../ink/ink73.xml"/><Relationship Id="rId35" Type="http://schemas.openxmlformats.org/officeDocument/2006/relationships/image" Target="../media/image74.png"/><Relationship Id="rId43" Type="http://schemas.openxmlformats.org/officeDocument/2006/relationships/image" Target="../media/image78.png"/><Relationship Id="rId48" Type="http://schemas.openxmlformats.org/officeDocument/2006/relationships/customXml" Target="../ink/ink82.xml"/><Relationship Id="rId56" Type="http://schemas.openxmlformats.org/officeDocument/2006/relationships/customXml" Target="../ink/ink86.xml"/><Relationship Id="rId64" Type="http://schemas.openxmlformats.org/officeDocument/2006/relationships/image" Target="../media/image89.png"/><Relationship Id="rId69" Type="http://schemas.openxmlformats.org/officeDocument/2006/relationships/customXml" Target="../ink/ink92.xml"/><Relationship Id="rId8" Type="http://schemas.openxmlformats.org/officeDocument/2006/relationships/customXml" Target="../ink/ink62.xml"/><Relationship Id="rId51" Type="http://schemas.openxmlformats.org/officeDocument/2006/relationships/image" Target="../media/image82.png"/><Relationship Id="rId3" Type="http://schemas.openxmlformats.org/officeDocument/2006/relationships/image" Target="../media/image45.png"/><Relationship Id="rId12" Type="http://schemas.openxmlformats.org/officeDocument/2006/relationships/customXml" Target="../ink/ink64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38" Type="http://schemas.openxmlformats.org/officeDocument/2006/relationships/customXml" Target="../ink/ink77.xml"/><Relationship Id="rId46" Type="http://schemas.openxmlformats.org/officeDocument/2006/relationships/customXml" Target="../ink/ink81.xml"/><Relationship Id="rId59" Type="http://schemas.openxmlformats.org/officeDocument/2006/relationships/image" Target="../media/image86.png"/><Relationship Id="rId67" Type="http://schemas.openxmlformats.org/officeDocument/2006/relationships/customXml" Target="../ink/ink91.xml"/><Relationship Id="rId20" Type="http://schemas.openxmlformats.org/officeDocument/2006/relationships/customXml" Target="../ink/ink68.xml"/><Relationship Id="rId41" Type="http://schemas.openxmlformats.org/officeDocument/2006/relationships/image" Target="../media/image77.png"/><Relationship Id="rId54" Type="http://schemas.openxmlformats.org/officeDocument/2006/relationships/customXml" Target="../ink/ink85.xml"/><Relationship Id="rId62" Type="http://schemas.openxmlformats.org/officeDocument/2006/relationships/customXml" Target="../ink/ink89.xml"/><Relationship Id="rId70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CF33-5A45-9683-A5D3-6CDB946C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579" y="2262019"/>
            <a:ext cx="10515600" cy="1325563"/>
          </a:xfrm>
        </p:spPr>
        <p:txBody>
          <a:bodyPr/>
          <a:lstStyle/>
          <a:p>
            <a:r>
              <a:rPr lang="en-US" dirty="0"/>
              <a:t>10 Oct group meeting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41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BA82C-76BE-52F2-2FD3-3A41BAD8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89" y="1157882"/>
            <a:ext cx="7693652" cy="3509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8A60FB-5052-FF1A-EADF-5AD94FB57DD4}"/>
              </a:ext>
            </a:extLst>
          </p:cNvPr>
          <p:cNvSpPr txBox="1"/>
          <p:nvPr/>
        </p:nvSpPr>
        <p:spPr>
          <a:xfrm>
            <a:off x="463340" y="591078"/>
            <a:ext cx="222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diagnosis_icd</a:t>
            </a:r>
            <a:r>
              <a:rPr lang="en-US" dirty="0"/>
              <a:t> table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283E1-7D00-8081-671E-782A7EFE9DF4}"/>
              </a:ext>
            </a:extLst>
          </p:cNvPr>
          <p:cNvSpPr txBox="1"/>
          <p:nvPr/>
        </p:nvSpPr>
        <p:spPr>
          <a:xfrm>
            <a:off x="463340" y="123583"/>
            <a:ext cx="11176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First thing we have to do: obtain </a:t>
            </a:r>
            <a:r>
              <a:rPr lang="en-US" sz="1200" b="1" dirty="0" err="1"/>
              <a:t>icu</a:t>
            </a:r>
            <a:r>
              <a:rPr lang="en-US" sz="1200" b="1" dirty="0"/>
              <a:t> stays </a:t>
            </a:r>
            <a:r>
              <a:rPr lang="en-US" sz="1200" dirty="0"/>
              <a:t>for CHD patients. Then for each </a:t>
            </a:r>
            <a:r>
              <a:rPr lang="en-US" sz="1200" dirty="0" err="1"/>
              <a:t>icu</a:t>
            </a:r>
            <a:r>
              <a:rPr lang="en-US" sz="1200" dirty="0"/>
              <a:t> stay, we annotate it as to whether that patient is readmitted within 30 days. </a:t>
            </a:r>
          </a:p>
          <a:p>
            <a:r>
              <a:rPr lang="en-US" sz="1200" dirty="0"/>
              <a:t>- Why? since our goal is to predict which CHD patients are at a high risk of 30-day ICU readmission. </a:t>
            </a:r>
            <a:endParaRPr lang="en-A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EBF98-9B78-F430-08D6-C38C081B6DA3}"/>
              </a:ext>
            </a:extLst>
          </p:cNvPr>
          <p:cNvSpPr txBox="1"/>
          <p:nvPr/>
        </p:nvSpPr>
        <p:spPr>
          <a:xfrm>
            <a:off x="2844800" y="800730"/>
            <a:ext cx="2389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Hospital admission id 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DB3FF2-0B81-5A17-5BF1-452D2BA72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41" y="800730"/>
            <a:ext cx="2917968" cy="17800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F5D8821-4F35-3447-0F58-E6985FE4C0C2}"/>
                  </a:ext>
                </a:extLst>
              </p14:cNvPr>
              <p14:cNvContentPartPr/>
              <p14:nvPr/>
            </p14:nvContentPartPr>
            <p14:xfrm>
              <a:off x="4095160" y="1072620"/>
              <a:ext cx="453600" cy="375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F5D8821-4F35-3447-0F58-E6985FE4C0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9040" y="1066500"/>
                <a:ext cx="465840" cy="38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C63CA02-A14B-8213-C6E9-BBB958AD1AC5}"/>
              </a:ext>
            </a:extLst>
          </p:cNvPr>
          <p:cNvGrpSpPr/>
          <p:nvPr/>
        </p:nvGrpSpPr>
        <p:grpSpPr>
          <a:xfrm>
            <a:off x="1090960" y="577260"/>
            <a:ext cx="8529120" cy="896400"/>
            <a:chOff x="1090960" y="577260"/>
            <a:chExt cx="852912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61DA097-E414-D3CB-2F10-4247783B295E}"/>
                    </a:ext>
                  </a:extLst>
                </p14:cNvPr>
                <p14:cNvContentPartPr/>
                <p14:nvPr/>
              </p14:nvContentPartPr>
              <p14:xfrm>
                <a:off x="2095000" y="1002780"/>
                <a:ext cx="863640" cy="470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61DA097-E414-D3CB-2F10-4247783B29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88880" y="996660"/>
                  <a:ext cx="8758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5D2538-21FE-19FB-4A99-D2A2EFB1F233}"/>
                    </a:ext>
                  </a:extLst>
                </p14:cNvPr>
                <p14:cNvContentPartPr/>
                <p14:nvPr/>
              </p14:nvContentPartPr>
              <p14:xfrm>
                <a:off x="1090960" y="1140300"/>
                <a:ext cx="721440" cy="271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5D2538-21FE-19FB-4A99-D2A2EFB1F2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4840" y="1134180"/>
                  <a:ext cx="733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2D3BFA-38DD-EDA7-F37E-3A4C2910D328}"/>
                    </a:ext>
                  </a:extLst>
                </p14:cNvPr>
                <p14:cNvContentPartPr/>
                <p14:nvPr/>
              </p14:nvContentPartPr>
              <p14:xfrm>
                <a:off x="4546600" y="577260"/>
                <a:ext cx="5073480" cy="70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2D3BFA-38DD-EDA7-F37E-3A4C2910D3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40480" y="571140"/>
                  <a:ext cx="5085720" cy="71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3CB379-348D-2B5A-DB77-096C1F0EFE11}"/>
                  </a:ext>
                </a:extLst>
              </p14:cNvPr>
              <p14:cNvContentPartPr/>
              <p14:nvPr/>
            </p14:nvContentPartPr>
            <p14:xfrm>
              <a:off x="9307960" y="814860"/>
              <a:ext cx="231840" cy="1891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3CB379-348D-2B5A-DB77-096C1F0EFE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01840" y="808740"/>
                <a:ext cx="244080" cy="19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8FE008B-EE43-50EA-5065-BEE484510784}"/>
                  </a:ext>
                </a:extLst>
              </p14:cNvPr>
              <p14:cNvContentPartPr/>
              <p14:nvPr/>
            </p14:nvContentPartPr>
            <p14:xfrm>
              <a:off x="11277520" y="363834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8FE008B-EE43-50EA-5065-BEE4845107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271400" y="36322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D3D8EA7-1C66-0234-4A0A-E9B3168D532A}"/>
                  </a:ext>
                </a:extLst>
              </p14:cNvPr>
              <p14:cNvContentPartPr/>
              <p14:nvPr/>
            </p14:nvContentPartPr>
            <p14:xfrm>
              <a:off x="2893840" y="1168020"/>
              <a:ext cx="1000080" cy="529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D3D8EA7-1C66-0234-4A0A-E9B3168D53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87720" y="1161900"/>
                <a:ext cx="1012320" cy="54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DEE225F9-3FDE-1ED7-588E-435C551EFB2F}"/>
              </a:ext>
            </a:extLst>
          </p:cNvPr>
          <p:cNvGrpSpPr/>
          <p:nvPr/>
        </p:nvGrpSpPr>
        <p:grpSpPr>
          <a:xfrm>
            <a:off x="3207760" y="1903860"/>
            <a:ext cx="2451240" cy="1012320"/>
            <a:chOff x="3207760" y="1903860"/>
            <a:chExt cx="2451240" cy="10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CA9D25-F718-C788-9BD4-E0349BA83420}"/>
                    </a:ext>
                  </a:extLst>
                </p14:cNvPr>
                <p14:cNvContentPartPr/>
                <p14:nvPr/>
              </p14:nvContentPartPr>
              <p14:xfrm>
                <a:off x="3207760" y="1903860"/>
                <a:ext cx="119880" cy="20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CA9D25-F718-C788-9BD4-E0349BA834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1640" y="1897740"/>
                  <a:ext cx="132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485506-D719-BF47-6754-380EC1F8E829}"/>
                    </a:ext>
                  </a:extLst>
                </p14:cNvPr>
                <p14:cNvContentPartPr/>
                <p14:nvPr/>
              </p14:nvContentPartPr>
              <p14:xfrm>
                <a:off x="3301360" y="1963620"/>
                <a:ext cx="154440" cy="11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485506-D719-BF47-6754-380EC1F8E8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95240" y="1957500"/>
                  <a:ext cx="166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2E8AC4-6A7D-3996-E6A4-68B3C7F19FE4}"/>
                    </a:ext>
                  </a:extLst>
                </p14:cNvPr>
                <p14:cNvContentPartPr/>
                <p14:nvPr/>
              </p14:nvContentPartPr>
              <p14:xfrm>
                <a:off x="3478120" y="1954980"/>
                <a:ext cx="97200" cy="95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2E8AC4-6A7D-3996-E6A4-68B3C7F19F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72000" y="1948860"/>
                  <a:ext cx="109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0363BE8-34BA-4A54-2CEB-4A851AE18EC0}"/>
                    </a:ext>
                  </a:extLst>
                </p14:cNvPr>
                <p14:cNvContentPartPr/>
                <p14:nvPr/>
              </p14:nvContentPartPr>
              <p14:xfrm>
                <a:off x="3567400" y="1942740"/>
                <a:ext cx="8640" cy="23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0363BE8-34BA-4A54-2CEB-4A851AE18E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1280" y="1936620"/>
                  <a:ext cx="208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90CCFD-5753-57C5-ED66-EE3D24D09C7B}"/>
                    </a:ext>
                  </a:extLst>
                </p14:cNvPr>
                <p14:cNvContentPartPr/>
                <p14:nvPr/>
              </p14:nvContentPartPr>
              <p14:xfrm>
                <a:off x="3644800" y="2032380"/>
                <a:ext cx="184320" cy="6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90CCFD-5753-57C5-ED66-EE3D24D09C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38680" y="2026260"/>
                  <a:ext cx="1965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D17FD6-D07C-C8A7-DB3C-01D64F38CE68}"/>
                    </a:ext>
                  </a:extLst>
                </p14:cNvPr>
                <p14:cNvContentPartPr/>
                <p14:nvPr/>
              </p14:nvContentPartPr>
              <p14:xfrm>
                <a:off x="3866920" y="2019060"/>
                <a:ext cx="104760" cy="67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D17FD6-D07C-C8A7-DB3C-01D64F38CE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0800" y="2012940"/>
                  <a:ext cx="117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51F243-474D-80E2-BFED-6CFCFA54CD02}"/>
                    </a:ext>
                  </a:extLst>
                </p14:cNvPr>
                <p14:cNvContentPartPr/>
                <p14:nvPr/>
              </p14:nvContentPartPr>
              <p14:xfrm>
                <a:off x="4025680" y="2012580"/>
                <a:ext cx="95400" cy="8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51F243-474D-80E2-BFED-6CFCFA54CD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19560" y="2006460"/>
                  <a:ext cx="10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E7FF89-492C-6374-00E1-BA222A04955A}"/>
                    </a:ext>
                  </a:extLst>
                </p14:cNvPr>
                <p14:cNvContentPartPr/>
                <p14:nvPr/>
              </p14:nvContentPartPr>
              <p14:xfrm>
                <a:off x="4171840" y="1987020"/>
                <a:ext cx="229320" cy="145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E7FF89-492C-6374-00E1-BA222A0495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65720" y="1980900"/>
                  <a:ext cx="241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2C2D380-B1D7-6600-CCFE-222C63CCA8A3}"/>
                    </a:ext>
                  </a:extLst>
                </p14:cNvPr>
                <p14:cNvContentPartPr/>
                <p14:nvPr/>
              </p14:nvContentPartPr>
              <p14:xfrm>
                <a:off x="4476760" y="2038140"/>
                <a:ext cx="13320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C2D380-B1D7-6600-CCFE-222C63CCA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70640" y="2032020"/>
                  <a:ext cx="145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8B2A57C-4558-E9D2-57A8-0B8F55504B66}"/>
                    </a:ext>
                  </a:extLst>
                </p14:cNvPr>
                <p14:cNvContentPartPr/>
                <p14:nvPr/>
              </p14:nvContentPartPr>
              <p14:xfrm>
                <a:off x="4540120" y="2107980"/>
                <a:ext cx="435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8B2A57C-4558-E9D2-57A8-0B8F55504B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34000" y="2101860"/>
                  <a:ext cx="55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24526D-C7B1-290B-CDA0-7DE32B6BFF77}"/>
                    </a:ext>
                  </a:extLst>
                </p14:cNvPr>
                <p14:cNvContentPartPr/>
                <p14:nvPr/>
              </p14:nvContentPartPr>
              <p14:xfrm>
                <a:off x="4813720" y="1930140"/>
                <a:ext cx="82440" cy="90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24526D-C7B1-290B-CDA0-7DE32B6BFF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07600" y="1924020"/>
                  <a:ext cx="94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B76CDD3-020E-4FB4-24D1-73C2E11640AA}"/>
                    </a:ext>
                  </a:extLst>
                </p14:cNvPr>
                <p14:cNvContentPartPr/>
                <p14:nvPr/>
              </p14:nvContentPartPr>
              <p14:xfrm>
                <a:off x="4901920" y="1923660"/>
                <a:ext cx="23400" cy="129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B76CDD3-020E-4FB4-24D1-73C2E11640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95800" y="1917540"/>
                  <a:ext cx="35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BF6CEF-731C-DDE8-934F-ABF3144304CC}"/>
                    </a:ext>
                  </a:extLst>
                </p14:cNvPr>
                <p14:cNvContentPartPr/>
                <p14:nvPr/>
              </p14:nvContentPartPr>
              <p14:xfrm>
                <a:off x="4793920" y="2044260"/>
                <a:ext cx="215280" cy="89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BF6CEF-731C-DDE8-934F-ABF3144304C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87800" y="2038140"/>
                  <a:ext cx="227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FDCB71-79D9-CC6E-6EC6-554D9AECC13B}"/>
                    </a:ext>
                  </a:extLst>
                </p14:cNvPr>
                <p14:cNvContentPartPr/>
                <p14:nvPr/>
              </p14:nvContentPartPr>
              <p14:xfrm>
                <a:off x="4576120" y="2247660"/>
                <a:ext cx="41040" cy="258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FDCB71-79D9-CC6E-6EC6-554D9AECC1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70000" y="2241540"/>
                  <a:ext cx="53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C86F594-9476-13C6-DECF-D1D0AEB0C6B2}"/>
                    </a:ext>
                  </a:extLst>
                </p14:cNvPr>
                <p14:cNvContentPartPr/>
                <p14:nvPr/>
              </p14:nvContentPartPr>
              <p14:xfrm>
                <a:off x="4577560" y="2210580"/>
                <a:ext cx="178920" cy="139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C86F594-9476-13C6-DECF-D1D0AEB0C6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1440" y="2204460"/>
                  <a:ext cx="191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F75640-C18A-ACD4-5806-4CB4993F6024}"/>
                    </a:ext>
                  </a:extLst>
                </p14:cNvPr>
                <p14:cNvContentPartPr/>
                <p14:nvPr/>
              </p14:nvContentPartPr>
              <p14:xfrm>
                <a:off x="4838200" y="2370420"/>
                <a:ext cx="116640" cy="10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F75640-C18A-ACD4-5806-4CB4993F60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32080" y="2364300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45FB8B6-8D2E-1EF8-6051-B7ACA6D3FB2E}"/>
                    </a:ext>
                  </a:extLst>
                </p14:cNvPr>
                <p14:cNvContentPartPr/>
                <p14:nvPr/>
              </p14:nvContentPartPr>
              <p14:xfrm>
                <a:off x="5029000" y="2420820"/>
                <a:ext cx="360" cy="34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45FB8B6-8D2E-1EF8-6051-B7ACA6D3FB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22880" y="2414700"/>
                  <a:ext cx="12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377A92-4D28-D725-D10A-036F892CC55A}"/>
                    </a:ext>
                  </a:extLst>
                </p14:cNvPr>
                <p14:cNvContentPartPr/>
                <p14:nvPr/>
              </p14:nvContentPartPr>
              <p14:xfrm>
                <a:off x="5029000" y="2330100"/>
                <a:ext cx="144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377A92-4D28-D725-D10A-036F892CC55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22880" y="2323980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2895703-D7E5-78C0-C8F1-C7D1D6277B35}"/>
                    </a:ext>
                  </a:extLst>
                </p14:cNvPr>
                <p14:cNvContentPartPr/>
                <p14:nvPr/>
              </p14:nvContentPartPr>
              <p14:xfrm>
                <a:off x="5080120" y="2397420"/>
                <a:ext cx="222840" cy="52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2895703-D7E5-78C0-C8F1-C7D1D6277B3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74000" y="2391300"/>
                  <a:ext cx="235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A2B677-F0EB-C2E9-4494-FF36E6248745}"/>
                    </a:ext>
                  </a:extLst>
                </p14:cNvPr>
                <p14:cNvContentPartPr/>
                <p14:nvPr/>
              </p14:nvContentPartPr>
              <p14:xfrm>
                <a:off x="5334280" y="2399580"/>
                <a:ext cx="89640" cy="5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A2B677-F0EB-C2E9-4494-FF36E62487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8160" y="2393460"/>
                  <a:ext cx="101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F2923B-3A12-0540-5047-5BC8B406B7C8}"/>
                    </a:ext>
                  </a:extLst>
                </p14:cNvPr>
                <p14:cNvContentPartPr/>
                <p14:nvPr/>
              </p14:nvContentPartPr>
              <p14:xfrm>
                <a:off x="5461000" y="2406420"/>
                <a:ext cx="82080" cy="5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F2923B-3A12-0540-5047-5BC8B406B7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54880" y="2400300"/>
                  <a:ext cx="94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B43BEAA-A2CF-0145-D929-FA8B37820950}"/>
                    </a:ext>
                  </a:extLst>
                </p14:cNvPr>
                <p14:cNvContentPartPr/>
                <p14:nvPr/>
              </p14:nvContentPartPr>
              <p14:xfrm>
                <a:off x="5366680" y="2419020"/>
                <a:ext cx="292320" cy="211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B43BEAA-A2CF-0145-D929-FA8B378209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60560" y="2412900"/>
                  <a:ext cx="304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29EF65-6144-CF1B-F2D4-CB43145AF982}"/>
                    </a:ext>
                  </a:extLst>
                </p14:cNvPr>
                <p14:cNvContentPartPr/>
                <p14:nvPr/>
              </p14:nvContentPartPr>
              <p14:xfrm>
                <a:off x="4863400" y="2603340"/>
                <a:ext cx="140040" cy="169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29EF65-6144-CF1B-F2D4-CB43145AF9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57280" y="2597220"/>
                  <a:ext cx="152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CB51BB-F2F2-8271-EBD9-94178EB28B39}"/>
                    </a:ext>
                  </a:extLst>
                </p14:cNvPr>
                <p14:cNvContentPartPr/>
                <p14:nvPr/>
              </p14:nvContentPartPr>
              <p14:xfrm>
                <a:off x="5054200" y="2692260"/>
                <a:ext cx="13320" cy="62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CB51BB-F2F2-8271-EBD9-94178EB28B3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48080" y="2686140"/>
                  <a:ext cx="25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363B39A-539A-7FF4-5EF2-9BE144544B4E}"/>
                    </a:ext>
                  </a:extLst>
                </p14:cNvPr>
                <p14:cNvContentPartPr/>
                <p14:nvPr/>
              </p14:nvContentPartPr>
              <p14:xfrm>
                <a:off x="5073280" y="2684700"/>
                <a:ext cx="360" cy="1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363B39A-539A-7FF4-5EF2-9BE144544B4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67160" y="267858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B4E9B0-AC0C-E03D-6F7C-2F254E7FAC8F}"/>
                    </a:ext>
                  </a:extLst>
                </p14:cNvPr>
                <p14:cNvContentPartPr/>
                <p14:nvPr/>
              </p14:nvContentPartPr>
              <p14:xfrm>
                <a:off x="5110360" y="2692620"/>
                <a:ext cx="146880" cy="51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B4E9B0-AC0C-E03D-6F7C-2F254E7FAC8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04240" y="2686500"/>
                  <a:ext cx="159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AA7A7F0-8A33-9776-E8E4-187E7B77106A}"/>
                    </a:ext>
                  </a:extLst>
                </p14:cNvPr>
                <p14:cNvContentPartPr/>
                <p14:nvPr/>
              </p14:nvContentPartPr>
              <p14:xfrm>
                <a:off x="5281720" y="2692620"/>
                <a:ext cx="104040" cy="22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AA7A7F0-8A33-9776-E8E4-187E7B77106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75600" y="2686500"/>
                  <a:ext cx="116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8E06D7-C6C6-2154-5089-4E5A29311C1A}"/>
                    </a:ext>
                  </a:extLst>
                </p14:cNvPr>
                <p14:cNvContentPartPr/>
                <p14:nvPr/>
              </p14:nvContentPartPr>
              <p14:xfrm>
                <a:off x="5524360" y="2793780"/>
                <a:ext cx="144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8E06D7-C6C6-2154-5089-4E5A29311C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8240" y="2787660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B94C54B-25B4-14B7-A544-137620103F74}"/>
                    </a:ext>
                  </a:extLst>
                </p14:cNvPr>
                <p14:cNvContentPartPr/>
                <p14:nvPr/>
              </p14:nvContentPartPr>
              <p14:xfrm>
                <a:off x="5073280" y="263466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B94C54B-25B4-14B7-A544-137620103F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7160" y="26285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26F2F48-665D-B98E-B63F-12479C0A958C}"/>
              </a:ext>
            </a:extLst>
          </p:cNvPr>
          <p:cNvSpPr txBox="1"/>
          <p:nvPr/>
        </p:nvSpPr>
        <p:spPr>
          <a:xfrm>
            <a:off x="8546741" y="3031161"/>
            <a:ext cx="2544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Optionally: filter based on </a:t>
            </a:r>
            <a:r>
              <a:rPr lang="en-US" dirty="0" err="1"/>
              <a:t>seq_num</a:t>
            </a:r>
            <a:r>
              <a:rPr lang="en-US" dirty="0"/>
              <a:t> &lt;= k, say k=5?</a:t>
            </a:r>
            <a:endParaRPr lang="en-A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321492-7ABC-1BC8-BF6F-5E4023EBA878}"/>
              </a:ext>
            </a:extLst>
          </p:cNvPr>
          <p:cNvSpPr txBox="1"/>
          <p:nvPr/>
        </p:nvSpPr>
        <p:spPr>
          <a:xfrm>
            <a:off x="514155" y="4864739"/>
            <a:ext cx="5759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what we have (for now) is:</a:t>
            </a:r>
          </a:p>
          <a:p>
            <a:pPr marL="285750" indent="-285750">
              <a:buFontTx/>
              <a:buChar char="-"/>
            </a:pPr>
            <a:r>
              <a:rPr lang="en-US" b="1" u="sng" dirty="0"/>
              <a:t>Hospital admissions that are related to CHD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HOWEVER: 1 Hospital admission -&gt; 1 or more ICU stays. And we WANT ICU STAYS. </a:t>
            </a:r>
            <a:endParaRPr lang="en-AU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EF7D384-4DA1-32C7-4756-67C2A886D030}"/>
              </a:ext>
            </a:extLst>
          </p:cNvPr>
          <p:cNvGrpSpPr/>
          <p:nvPr/>
        </p:nvGrpSpPr>
        <p:grpSpPr>
          <a:xfrm>
            <a:off x="6712020" y="755460"/>
            <a:ext cx="1067400" cy="282600"/>
            <a:chOff x="6712020" y="755460"/>
            <a:chExt cx="106740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B3FA93-2B0B-E800-1526-C55B131583C4}"/>
                    </a:ext>
                  </a:extLst>
                </p14:cNvPr>
                <p14:cNvContentPartPr/>
                <p14:nvPr/>
              </p14:nvContentPartPr>
              <p14:xfrm>
                <a:off x="6818940" y="818820"/>
                <a:ext cx="52200" cy="219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B3FA93-2B0B-E800-1526-C55B131583C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812820" y="812700"/>
                  <a:ext cx="64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674B9DE-41D5-6222-8D32-04A2BC83E849}"/>
                    </a:ext>
                  </a:extLst>
                </p14:cNvPr>
                <p14:cNvContentPartPr/>
                <p14:nvPr/>
              </p14:nvContentPartPr>
              <p14:xfrm>
                <a:off x="6712020" y="939420"/>
                <a:ext cx="221760" cy="13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674B9DE-41D5-6222-8D32-04A2BC83E84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05900" y="933300"/>
                  <a:ext cx="234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3533E37-12E3-68C0-2B17-356C31D2B759}"/>
                    </a:ext>
                  </a:extLst>
                </p14:cNvPr>
                <p14:cNvContentPartPr/>
                <p14:nvPr/>
              </p14:nvContentPartPr>
              <p14:xfrm>
                <a:off x="6997500" y="913860"/>
                <a:ext cx="1836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3533E37-12E3-68C0-2B17-356C31D2B75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91380" y="907740"/>
                  <a:ext cx="30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E86314-561D-3A70-97D6-E3A1722B2706}"/>
                    </a:ext>
                  </a:extLst>
                </p14:cNvPr>
                <p14:cNvContentPartPr/>
                <p14:nvPr/>
              </p14:nvContentPartPr>
              <p14:xfrm>
                <a:off x="6997500" y="837900"/>
                <a:ext cx="27360" cy="23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E86314-561D-3A70-97D6-E3A1722B270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91380" y="831780"/>
                  <a:ext cx="396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A53A84E-2001-7085-D387-AD391AE3DC8D}"/>
                    </a:ext>
                  </a:extLst>
                </p14:cNvPr>
                <p14:cNvContentPartPr/>
                <p14:nvPr/>
              </p14:nvContentPartPr>
              <p14:xfrm>
                <a:off x="7111260" y="799740"/>
                <a:ext cx="29520" cy="177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A53A84E-2001-7085-D387-AD391AE3DC8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05140" y="793620"/>
                  <a:ext cx="41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8BC052-05CA-96EE-EFD4-E9579CEB06A4}"/>
                    </a:ext>
                  </a:extLst>
                </p14:cNvPr>
                <p14:cNvContentPartPr/>
                <p14:nvPr/>
              </p14:nvContentPartPr>
              <p14:xfrm>
                <a:off x="7194060" y="755460"/>
                <a:ext cx="175320" cy="172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8BC052-05CA-96EE-EFD4-E9579CEB06A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87940" y="749340"/>
                  <a:ext cx="187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2ECD3BF-52F5-2D48-FF06-0EC46A0812E4}"/>
                    </a:ext>
                  </a:extLst>
                </p14:cNvPr>
                <p14:cNvContentPartPr/>
                <p14:nvPr/>
              </p14:nvContentPartPr>
              <p14:xfrm>
                <a:off x="7149780" y="837540"/>
                <a:ext cx="171360" cy="1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2ECD3BF-52F5-2D48-FF06-0EC46A0812E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43660" y="831420"/>
                  <a:ext cx="183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39BBACC-7464-FA06-C9CA-98CF8BD2A815}"/>
                    </a:ext>
                  </a:extLst>
                </p14:cNvPr>
                <p14:cNvContentPartPr/>
                <p14:nvPr/>
              </p14:nvContentPartPr>
              <p14:xfrm>
                <a:off x="7353180" y="778860"/>
                <a:ext cx="207000" cy="130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39BBACC-7464-FA06-C9CA-98CF8BD2A81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347060" y="772740"/>
                  <a:ext cx="219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7A8E800-0BD4-E4EA-234F-1877672BB1BD}"/>
                    </a:ext>
                  </a:extLst>
                </p14:cNvPr>
                <p14:cNvContentPartPr/>
                <p14:nvPr/>
              </p14:nvContentPartPr>
              <p14:xfrm>
                <a:off x="7594020" y="769500"/>
                <a:ext cx="185400" cy="142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7A8E800-0BD4-E4EA-234F-1877672BB1B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587900" y="763380"/>
                  <a:ext cx="197640" cy="15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540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C11A6E-6905-3B4E-772A-7F2575580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9" y="726083"/>
            <a:ext cx="6446261" cy="2940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F03D0AA-16F5-721D-9966-EFFB2E88359B}"/>
                  </a:ext>
                </a:extLst>
              </p14:cNvPr>
              <p14:cNvContentPartPr/>
              <p14:nvPr/>
            </p14:nvContentPartPr>
            <p14:xfrm>
              <a:off x="8807220" y="8253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F03D0AA-16F5-721D-9966-EFFB2E8835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1100" y="8191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0B970C1-5A17-047B-74E8-AA1D3C9E0BA5}"/>
              </a:ext>
            </a:extLst>
          </p:cNvPr>
          <p:cNvSpPr txBox="1"/>
          <p:nvPr/>
        </p:nvSpPr>
        <p:spPr>
          <a:xfrm>
            <a:off x="509970" y="131514"/>
            <a:ext cx="692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Recap: Filtered `</a:t>
            </a:r>
            <a:r>
              <a:rPr lang="en-US" dirty="0" err="1"/>
              <a:t>diagnosis_icd</a:t>
            </a:r>
            <a:r>
              <a:rPr lang="en-US" dirty="0"/>
              <a:t>` table with CHD-related admissions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6DC34-6656-1BB8-CE75-592474476AC3}"/>
              </a:ext>
            </a:extLst>
          </p:cNvPr>
          <p:cNvSpPr txBox="1"/>
          <p:nvPr/>
        </p:nvSpPr>
        <p:spPr>
          <a:xfrm>
            <a:off x="712290" y="3772833"/>
            <a:ext cx="9018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Filter`icustays</a:t>
            </a:r>
            <a:r>
              <a:rPr lang="en-US" dirty="0">
                <a:highlight>
                  <a:srgbClr val="C0C0C0"/>
                </a:highlight>
              </a:rPr>
              <a:t>` table (below) such that its (</a:t>
            </a:r>
            <a:r>
              <a:rPr lang="en-US" dirty="0" err="1">
                <a:highlight>
                  <a:srgbClr val="C0C0C0"/>
                </a:highlight>
              </a:rPr>
              <a:t>subject_id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hadm_id</a:t>
            </a:r>
            <a:r>
              <a:rPr lang="en-US" dirty="0">
                <a:highlight>
                  <a:srgbClr val="C0C0C0"/>
                </a:highlight>
              </a:rPr>
              <a:t>) falls into the above table </a:t>
            </a:r>
            <a:endParaRPr lang="en-AU" dirty="0">
              <a:highlight>
                <a:srgbClr val="C0C0C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A5B0B9-53D4-DC5B-D38F-151BCCC8A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55271"/>
            <a:ext cx="6940550" cy="2009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4C02D03-EE7A-0A99-7D9F-E6E462C24B8E}"/>
                  </a:ext>
                </a:extLst>
              </p14:cNvPr>
              <p14:cNvContentPartPr/>
              <p14:nvPr/>
            </p14:nvContentPartPr>
            <p14:xfrm>
              <a:off x="9010620" y="187290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4C02D03-EE7A-0A99-7D9F-E6E462C24B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04500" y="18667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2B86E81-EB13-7152-6079-2CE381297D3E}"/>
              </a:ext>
            </a:extLst>
          </p:cNvPr>
          <p:cNvGrpSpPr/>
          <p:nvPr/>
        </p:nvGrpSpPr>
        <p:grpSpPr>
          <a:xfrm>
            <a:off x="-102420" y="589500"/>
            <a:ext cx="2510280" cy="4275360"/>
            <a:chOff x="-102420" y="589500"/>
            <a:chExt cx="2510280" cy="42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C2D54D-ECA7-281F-36C8-9DEE3EEABD47}"/>
                    </a:ext>
                  </a:extLst>
                </p14:cNvPr>
                <p14:cNvContentPartPr/>
                <p14:nvPr/>
              </p14:nvContentPartPr>
              <p14:xfrm>
                <a:off x="1112220" y="589500"/>
                <a:ext cx="1295640" cy="617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C2D54D-ECA7-281F-36C8-9DEE3EEABD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6100" y="583380"/>
                  <a:ext cx="13078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80EC9D-6D2F-DC34-4BF4-D46B1748BA9F}"/>
                    </a:ext>
                  </a:extLst>
                </p14:cNvPr>
                <p14:cNvContentPartPr/>
                <p14:nvPr/>
              </p14:nvContentPartPr>
              <p14:xfrm>
                <a:off x="830700" y="4348260"/>
                <a:ext cx="1305000" cy="516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80EC9D-6D2F-DC34-4BF4-D46B1748BA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4580" y="4342140"/>
                  <a:ext cx="13172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81854-C861-30BC-9A10-5628FF88AAC9}"/>
                    </a:ext>
                  </a:extLst>
                </p14:cNvPr>
                <p14:cNvContentPartPr/>
                <p14:nvPr/>
              </p14:nvContentPartPr>
              <p14:xfrm>
                <a:off x="-102420" y="1034100"/>
                <a:ext cx="1234800" cy="346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81854-C861-30BC-9A10-5628FF88AA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-108540" y="1027980"/>
                  <a:ext cx="1247040" cy="34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8166CE-9B69-CC64-B474-7FE213045448}"/>
                    </a:ext>
                  </a:extLst>
                </p14:cNvPr>
                <p14:cNvContentPartPr/>
                <p14:nvPr/>
              </p14:nvContentPartPr>
              <p14:xfrm>
                <a:off x="977580" y="4558860"/>
                <a:ext cx="203040" cy="7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8166CE-9B69-CC64-B474-7FE2130454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1460" y="4552740"/>
                  <a:ext cx="2152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D73BA7-AD54-D29D-D1D0-3CE702CCDAE1}"/>
                    </a:ext>
                  </a:extLst>
                </p14:cNvPr>
                <p14:cNvContentPartPr/>
                <p14:nvPr/>
              </p14:nvContentPartPr>
              <p14:xfrm>
                <a:off x="1682460" y="4552740"/>
                <a:ext cx="329760" cy="3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D73BA7-AD54-D29D-D1D0-3CE702CCDA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76340" y="4546620"/>
                  <a:ext cx="34200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305B084-9B88-7D93-9110-6FE4853AA06B}"/>
                  </a:ext>
                </a:extLst>
              </p14:cNvPr>
              <p14:cNvContentPartPr/>
              <p14:nvPr/>
            </p14:nvContentPartPr>
            <p14:xfrm>
              <a:off x="7784820" y="5143500"/>
              <a:ext cx="847440" cy="315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305B084-9B88-7D93-9110-6FE4853AA06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8700" y="5137380"/>
                <a:ext cx="859680" cy="3272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94DF1B2-6713-8850-3410-087E42B0F07D}"/>
              </a:ext>
            </a:extLst>
          </p:cNvPr>
          <p:cNvSpPr txBox="1"/>
          <p:nvPr/>
        </p:nvSpPr>
        <p:spPr>
          <a:xfrm>
            <a:off x="8807220" y="4864860"/>
            <a:ext cx="2152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 All ICU stays with CHD related admissions.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53AE7-959D-ACB7-7E1D-48700669E9C8}"/>
              </a:ext>
            </a:extLst>
          </p:cNvPr>
          <p:cNvSpPr txBox="1"/>
          <p:nvPr/>
        </p:nvSpPr>
        <p:spPr>
          <a:xfrm>
            <a:off x="8906886" y="210481"/>
            <a:ext cx="2891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🎯 Obtain CHD related ICU stays.</a:t>
            </a:r>
          </a:p>
        </p:txBody>
      </p:sp>
    </p:spTree>
    <p:extLst>
      <p:ext uri="{BB962C8B-B14F-4D97-AF65-F5344CB8AC3E}">
        <p14:creationId xmlns:p14="http://schemas.microsoft.com/office/powerpoint/2010/main" val="13122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6CA034-135C-9AE1-B478-6D500CA73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80" y="278571"/>
            <a:ext cx="6940550" cy="2009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9107AE-138D-0E10-C805-89A7E1AB89A4}"/>
                  </a:ext>
                </a:extLst>
              </p14:cNvPr>
              <p14:cNvContentPartPr/>
              <p14:nvPr/>
            </p14:nvContentPartPr>
            <p14:xfrm>
              <a:off x="806400" y="373940"/>
              <a:ext cx="348840" cy="3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9107AE-138D-0E10-C805-89A7E1AB89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400" y="301940"/>
                <a:ext cx="4204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ABA088C-0E8A-91C1-F6C2-E317C8161C1D}"/>
                  </a:ext>
                </a:extLst>
              </p14:cNvPr>
              <p14:cNvContentPartPr/>
              <p14:nvPr/>
            </p14:nvContentPartPr>
            <p14:xfrm>
              <a:off x="1384200" y="425060"/>
              <a:ext cx="31068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ABA088C-0E8A-91C1-F6C2-E317C8161C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8200" y="353420"/>
                <a:ext cx="382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F983F1-2A1A-B3FE-1D27-58F2BE7784AD}"/>
                  </a:ext>
                </a:extLst>
              </p14:cNvPr>
              <p14:cNvContentPartPr/>
              <p14:nvPr/>
            </p14:nvContentPartPr>
            <p14:xfrm>
              <a:off x="4616280" y="404180"/>
              <a:ext cx="356760" cy="2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F983F1-2A1A-B3FE-1D27-58F2BE7784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0640" y="332540"/>
                <a:ext cx="4284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AC083B4-58BA-B234-23C6-1C87FA422AF4}"/>
                  </a:ext>
                </a:extLst>
              </p14:cNvPr>
              <p14:cNvContentPartPr/>
              <p14:nvPr/>
            </p14:nvContentPartPr>
            <p14:xfrm>
              <a:off x="5645160" y="405260"/>
              <a:ext cx="399600" cy="13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AC083B4-58BA-B234-23C6-1C87FA422A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09160" y="333620"/>
                <a:ext cx="4712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36E4A7-1057-4DC8-8BDB-A5B6FA291468}"/>
                  </a:ext>
                </a:extLst>
              </p14:cNvPr>
              <p14:cNvContentPartPr/>
              <p14:nvPr/>
            </p14:nvContentPartPr>
            <p14:xfrm>
              <a:off x="2050560" y="405980"/>
              <a:ext cx="222120" cy="7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36E4A7-1057-4DC8-8BDB-A5B6FA29146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14920" y="333980"/>
                <a:ext cx="2937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1A12C4-30CB-F329-A348-D02CA2592C8C}"/>
                  </a:ext>
                </a:extLst>
              </p14:cNvPr>
              <p14:cNvContentPartPr/>
              <p14:nvPr/>
            </p14:nvContentPartPr>
            <p14:xfrm>
              <a:off x="526680" y="602540"/>
              <a:ext cx="1989720" cy="38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1A12C4-30CB-F329-A348-D02CA2592C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0560" y="596420"/>
                <a:ext cx="2001960" cy="51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33FBF58-E4EA-B1E8-3E2A-3F7A8E0F3EE3}"/>
              </a:ext>
            </a:extLst>
          </p:cNvPr>
          <p:cNvSpPr txBox="1"/>
          <p:nvPr/>
        </p:nvSpPr>
        <p:spPr>
          <a:xfrm>
            <a:off x="381941" y="2497247"/>
            <a:ext cx="101273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🎯 Label each ICU stay.</a:t>
            </a:r>
          </a:p>
          <a:p>
            <a:endParaRPr lang="en-US" sz="1600" dirty="0"/>
          </a:p>
          <a:p>
            <a:r>
              <a:rPr lang="en-US" sz="1600" dirty="0"/>
              <a:t>For each patient,</a:t>
            </a:r>
          </a:p>
          <a:p>
            <a:r>
              <a:rPr lang="en-US" sz="1600" dirty="0"/>
              <a:t>- Sort by `intime` (ICU admission time),</a:t>
            </a:r>
          </a:p>
          <a:p>
            <a:r>
              <a:rPr lang="en-US" sz="1600" dirty="0"/>
              <a:t>- So that we have ICU stays (for that patient) in chronological order.</a:t>
            </a:r>
          </a:p>
          <a:p>
            <a:endParaRPr lang="en-US" sz="1600" dirty="0"/>
          </a:p>
          <a:p>
            <a:r>
              <a:rPr lang="en-AU" sz="1600" dirty="0"/>
              <a:t>For each ICU stay with (`intime`, `</a:t>
            </a:r>
            <a:r>
              <a:rPr lang="en-AU" sz="1600" dirty="0" err="1"/>
              <a:t>outtime</a:t>
            </a:r>
            <a:r>
              <a:rPr lang="en-AU" sz="1600" dirty="0"/>
              <a:t>`),</a:t>
            </a:r>
          </a:p>
          <a:p>
            <a:pPr marL="285750" indent="-285750">
              <a:buFontTx/>
              <a:buChar char="-"/>
            </a:pPr>
            <a:r>
              <a:rPr lang="en-AU" sz="1600" dirty="0"/>
              <a:t>Look ahead at the next ICU stay of the same patient.</a:t>
            </a:r>
          </a:p>
          <a:p>
            <a:pPr marL="285750" indent="-285750">
              <a:buFontTx/>
              <a:buChar char="-"/>
            </a:pPr>
            <a:r>
              <a:rPr lang="en-AU" sz="1600" dirty="0"/>
              <a:t>If the next ICU stay’s `intime` is </a:t>
            </a:r>
            <a:r>
              <a:rPr lang="en-AU" sz="1600" b="1" dirty="0"/>
              <a:t>within 30 days</a:t>
            </a:r>
            <a:r>
              <a:rPr lang="en-AU" sz="1600" dirty="0"/>
              <a:t> of the current ICU stay’s `</a:t>
            </a:r>
            <a:r>
              <a:rPr lang="en-AU" sz="1600" dirty="0" err="1"/>
              <a:t>outtime</a:t>
            </a:r>
            <a:r>
              <a:rPr lang="en-AU" sz="1600" dirty="0"/>
              <a:t>`,</a:t>
            </a:r>
          </a:p>
          <a:p>
            <a:pPr marL="742950" lvl="1" indent="-285750">
              <a:buFontTx/>
              <a:buChar char="-"/>
            </a:pPr>
            <a:r>
              <a:rPr lang="en-AU" sz="1600" dirty="0"/>
              <a:t>label the current ICU stay as y=1 (otherwise y=0).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0296E-9218-632A-3725-3B92505C796C}"/>
              </a:ext>
            </a:extLst>
          </p:cNvPr>
          <p:cNvSpPr txBox="1"/>
          <p:nvPr/>
        </p:nvSpPr>
        <p:spPr>
          <a:xfrm>
            <a:off x="381941" y="5180760"/>
            <a:ext cx="8103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What we have now are </a:t>
            </a:r>
            <a:r>
              <a:rPr lang="en-US" b="1" dirty="0">
                <a:highlight>
                  <a:srgbClr val="FFFF00"/>
                </a:highlight>
              </a:rPr>
              <a:t>labelled ICU stays</a:t>
            </a:r>
            <a:r>
              <a:rPr lang="en-US" dirty="0">
                <a:highlight>
                  <a:srgbClr val="FFFF00"/>
                </a:highlight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subject_id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hadm_id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stay_icd</a:t>
            </a:r>
            <a:r>
              <a:rPr lang="en-US" dirty="0">
                <a:highlight>
                  <a:srgbClr val="FFFF00"/>
                </a:highlight>
              </a:rPr>
              <a:t>, intime, </a:t>
            </a:r>
            <a:r>
              <a:rPr lang="en-US" dirty="0" err="1">
                <a:highlight>
                  <a:srgbClr val="FFFF00"/>
                </a:highlight>
              </a:rPr>
              <a:t>outtime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b="1" dirty="0">
                <a:highlight>
                  <a:srgbClr val="FFFF00"/>
                </a:highlight>
              </a:rPr>
              <a:t>y (readmitted within 30 days?))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93B5C-DD6F-FDE0-7D87-6874B7B4E35F}"/>
              </a:ext>
            </a:extLst>
          </p:cNvPr>
          <p:cNvSpPr txBox="1"/>
          <p:nvPr/>
        </p:nvSpPr>
        <p:spPr>
          <a:xfrm>
            <a:off x="387288" y="5886209"/>
            <a:ext cx="1011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NOTE: Defining prediction time.</a:t>
            </a:r>
          </a:p>
          <a:p>
            <a:r>
              <a:rPr lang="en-US" sz="1600" dirty="0">
                <a:highlight>
                  <a:srgbClr val="C0C0C0"/>
                </a:highlight>
              </a:rPr>
              <a:t>- One sample point = one ICU stay.</a:t>
            </a:r>
          </a:p>
          <a:p>
            <a:r>
              <a:rPr lang="en-US" sz="1600" dirty="0">
                <a:highlight>
                  <a:srgbClr val="C0C0C0"/>
                </a:highlight>
              </a:rPr>
              <a:t>- If you have a patient just admitted to an ICU, with CHD, how likely will that patient be readmitted within 30 days?</a:t>
            </a:r>
            <a:endParaRPr lang="en-AU" sz="1600" dirty="0">
              <a:highlight>
                <a:srgbClr val="C0C0C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6D2D6-1231-CA6C-59BF-C38681E79985}"/>
              </a:ext>
            </a:extLst>
          </p:cNvPr>
          <p:cNvSpPr txBox="1"/>
          <p:nvPr/>
        </p:nvSpPr>
        <p:spPr>
          <a:xfrm>
            <a:off x="381941" y="24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table: All ICU stays with CHD related admissions.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721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0AD065-226C-F35A-3F65-5608FB3B0A56}"/>
              </a:ext>
            </a:extLst>
          </p:cNvPr>
          <p:cNvSpPr txBox="1"/>
          <p:nvPr/>
        </p:nvSpPr>
        <p:spPr>
          <a:xfrm>
            <a:off x="507630" y="520700"/>
            <a:ext cx="9228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What we have now are </a:t>
            </a:r>
            <a:r>
              <a:rPr lang="en-US" b="1" dirty="0">
                <a:highlight>
                  <a:srgbClr val="FFFF00"/>
                </a:highlight>
              </a:rPr>
              <a:t>labelled ICU stays</a:t>
            </a:r>
            <a:r>
              <a:rPr lang="en-US" dirty="0">
                <a:highlight>
                  <a:srgbClr val="FFFF00"/>
                </a:highlight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</a:rPr>
              <a:t>Each row is (</a:t>
            </a:r>
            <a:r>
              <a:rPr lang="en-US" dirty="0" err="1">
                <a:highlight>
                  <a:srgbClr val="FFFF00"/>
                </a:highlight>
              </a:rPr>
              <a:t>subject_id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hadm_id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stay_icd</a:t>
            </a:r>
            <a:r>
              <a:rPr lang="en-US" dirty="0">
                <a:highlight>
                  <a:srgbClr val="FFFF00"/>
                </a:highlight>
              </a:rPr>
              <a:t>, intime, </a:t>
            </a:r>
            <a:r>
              <a:rPr lang="en-US" dirty="0" err="1">
                <a:highlight>
                  <a:srgbClr val="FFFF00"/>
                </a:highlight>
              </a:rPr>
              <a:t>outtime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b="1" dirty="0">
                <a:highlight>
                  <a:srgbClr val="FFFF00"/>
                </a:highlight>
              </a:rPr>
              <a:t>y (readmitted within 30 days?))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AD280-A5F9-3257-8DB8-331AB0669398}"/>
              </a:ext>
            </a:extLst>
          </p:cNvPr>
          <p:cNvSpPr txBox="1"/>
          <p:nvPr/>
        </p:nvSpPr>
        <p:spPr>
          <a:xfrm>
            <a:off x="507630" y="1327150"/>
            <a:ext cx="10693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Obtain relevant features by joining (</a:t>
            </a:r>
            <a:r>
              <a:rPr lang="en-US" sz="1400" dirty="0" err="1">
                <a:highlight>
                  <a:srgbClr val="FFFF00"/>
                </a:highlight>
              </a:rPr>
              <a:t>subject_id</a:t>
            </a:r>
            <a:r>
              <a:rPr lang="en-US" sz="1400" dirty="0">
                <a:highlight>
                  <a:srgbClr val="FFFF00"/>
                </a:highlight>
              </a:rPr>
              <a:t>, </a:t>
            </a:r>
            <a:r>
              <a:rPr lang="en-US" sz="1400" dirty="0" err="1">
                <a:highlight>
                  <a:srgbClr val="FFFF00"/>
                </a:highlight>
              </a:rPr>
              <a:t>hadm_id</a:t>
            </a:r>
            <a:r>
              <a:rPr lang="en-US" sz="1400" dirty="0">
                <a:highlight>
                  <a:srgbClr val="FFFF00"/>
                </a:highlight>
              </a:rPr>
              <a:t>, </a:t>
            </a:r>
            <a:r>
              <a:rPr lang="en-US" sz="1400" dirty="0" err="1">
                <a:highlight>
                  <a:srgbClr val="FFFF00"/>
                </a:highlight>
              </a:rPr>
              <a:t>stay_icd</a:t>
            </a:r>
            <a:r>
              <a:rPr lang="en-US" sz="1400" dirty="0"/>
              <a:t>) to other relevant tables (e.g. </a:t>
            </a:r>
            <a:r>
              <a:rPr lang="en-US" sz="1400" dirty="0" err="1"/>
              <a:t>chartevents</a:t>
            </a:r>
            <a:r>
              <a:rPr lang="en-US" sz="1400" dirty="0"/>
              <a:t>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pPr marL="342900" indent="-342900">
              <a:buAutoNum type="arabicPeriod"/>
            </a:pPr>
            <a:r>
              <a:rPr lang="en-US" sz="1400" dirty="0"/>
              <a:t>Optionally, we can refine the ICD-based CHD phenotype by lab measurements using the same key (</a:t>
            </a:r>
            <a:r>
              <a:rPr lang="en-US" sz="1400" dirty="0" err="1">
                <a:highlight>
                  <a:srgbClr val="FFFF00"/>
                </a:highlight>
              </a:rPr>
              <a:t>subject_id</a:t>
            </a:r>
            <a:r>
              <a:rPr lang="en-US" sz="1400" dirty="0">
                <a:highlight>
                  <a:srgbClr val="FFFF00"/>
                </a:highlight>
              </a:rPr>
              <a:t>, </a:t>
            </a:r>
            <a:r>
              <a:rPr lang="en-US" sz="1400" dirty="0" err="1">
                <a:highlight>
                  <a:srgbClr val="FFFF00"/>
                </a:highlight>
              </a:rPr>
              <a:t>hadm_id</a:t>
            </a:r>
            <a:r>
              <a:rPr lang="en-US" sz="1400" dirty="0">
                <a:highlight>
                  <a:srgbClr val="FFFF00"/>
                </a:highlight>
              </a:rPr>
              <a:t>, </a:t>
            </a:r>
            <a:r>
              <a:rPr lang="en-US" sz="1400" dirty="0" err="1">
                <a:highlight>
                  <a:srgbClr val="FFFF00"/>
                </a:highlight>
              </a:rPr>
              <a:t>stay_icd</a:t>
            </a:r>
            <a:r>
              <a:rPr lang="en-US" sz="1400" dirty="0"/>
              <a:t>) .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Just in case if our cohort is very large in size.</a:t>
            </a:r>
          </a:p>
          <a:p>
            <a:endParaRPr lang="en-US" sz="1400" dirty="0"/>
          </a:p>
          <a:p>
            <a:r>
              <a:rPr lang="en-US" sz="1400" dirty="0"/>
              <a:t>But the most important one is 1 for now. But which features do we want to consider?</a:t>
            </a:r>
          </a:p>
          <a:p>
            <a:pPr marL="342900" indent="-342900">
              <a:buAutoNum type="arabicPeriod"/>
            </a:pPr>
            <a:r>
              <a:rPr lang="en-US" sz="1400" dirty="0"/>
              <a:t>Known CHD risk factors (do research to find out what are they)</a:t>
            </a:r>
          </a:p>
          <a:p>
            <a:r>
              <a:rPr lang="en-US" sz="1400" dirty="0"/>
              <a:t>- Rationale: Improve interpretability and validity of our ML models</a:t>
            </a:r>
          </a:p>
          <a:p>
            <a:pPr marL="342900" indent="-342900">
              <a:buAutoNum type="arabicPeriod"/>
            </a:pPr>
            <a:r>
              <a:rPr lang="en-US" sz="1400" dirty="0"/>
              <a:t>Illness severity indices (e.g. Charlson comorbidity, </a:t>
            </a:r>
            <a:r>
              <a:rPr lang="en-US" sz="1400" dirty="0" err="1"/>
              <a:t>apsiii</a:t>
            </a:r>
            <a:r>
              <a:rPr lang="en-US" sz="1400" dirty="0"/>
              <a:t>, SOFA,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r>
              <a:rPr lang="en-US" sz="1400" dirty="0"/>
              <a:t>- Rationale: how sick the patient was during the ICU stay</a:t>
            </a:r>
          </a:p>
          <a:p>
            <a:pPr marL="342900" indent="-342900">
              <a:buAutoNum type="arabicPeriod"/>
            </a:pPr>
            <a:r>
              <a:rPr lang="en-US" sz="1400" dirty="0"/>
              <a:t>Any data related to prior ICU admissions for that patient (e.g. number of previous ICU admissions,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r>
              <a:rPr lang="en-US" sz="1400" dirty="0"/>
              <a:t>- Rationale: these may affect readmission likelihood.</a:t>
            </a:r>
            <a:endParaRPr lang="en-AU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E2C3BC-2AC6-17F7-87AE-22BB56684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30" y="4106743"/>
            <a:ext cx="4280270" cy="194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2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1901-7127-5967-5A89-9F28EC8F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FE7B-BB82-D2C2-237F-28DB4AA6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655" y="2232835"/>
            <a:ext cx="10515600" cy="1325563"/>
          </a:xfrm>
        </p:spPr>
        <p:txBody>
          <a:bodyPr/>
          <a:lstStyle/>
          <a:p>
            <a:r>
              <a:rPr lang="en-US" dirty="0"/>
              <a:t>19 Oct group meeting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096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0C1797-7143-F37C-73CF-CFAACCFBB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64" y="645417"/>
            <a:ext cx="4594363" cy="2095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7C4CC8-BD60-92EA-E270-2A5E9AB58167}"/>
              </a:ext>
            </a:extLst>
          </p:cNvPr>
          <p:cNvSpPr txBox="1"/>
          <p:nvPr/>
        </p:nvSpPr>
        <p:spPr>
          <a:xfrm>
            <a:off x="240583" y="159000"/>
            <a:ext cx="533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 </a:t>
            </a:r>
            <a:r>
              <a:rPr lang="en-US" dirty="0" err="1"/>
              <a:t>diagnosis_icd</a:t>
            </a:r>
            <a:r>
              <a:rPr lang="en-US" dirty="0"/>
              <a:t> table: retrieve relevant admissions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EAD36D-BBB5-D794-481D-6C7D409A1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830" y="870629"/>
            <a:ext cx="5682469" cy="1645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9FB3B0-F81C-9D4C-A4A6-C4E11962082C}"/>
              </a:ext>
            </a:extLst>
          </p:cNvPr>
          <p:cNvSpPr txBox="1"/>
          <p:nvPr/>
        </p:nvSpPr>
        <p:spPr>
          <a:xfrm>
            <a:off x="5829141" y="331834"/>
            <a:ext cx="5153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 </a:t>
            </a:r>
            <a:r>
              <a:rPr lang="en-US" dirty="0" err="1"/>
              <a:t>Icu_stays</a:t>
            </a:r>
            <a:r>
              <a:rPr lang="en-US" dirty="0"/>
              <a:t> table: retrieve relevant </a:t>
            </a:r>
            <a:r>
              <a:rPr lang="en-US" dirty="0" err="1"/>
              <a:t>icu</a:t>
            </a:r>
            <a:r>
              <a:rPr lang="en-US" dirty="0"/>
              <a:t> stays</a:t>
            </a:r>
            <a:endParaRPr lang="en-A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ABE591-79DD-6130-35E6-B4623CEAC924}"/>
                  </a:ext>
                </a:extLst>
              </p14:cNvPr>
              <p14:cNvContentPartPr/>
              <p14:nvPr/>
            </p14:nvContentPartPr>
            <p14:xfrm>
              <a:off x="5755731" y="732343"/>
              <a:ext cx="1168920" cy="595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ABE591-79DD-6130-35E6-B4623CEAC9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611" y="726223"/>
                <a:ext cx="1181160" cy="60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DF9A0A8-7D95-F4F5-957F-74AB0368880E}"/>
              </a:ext>
            </a:extLst>
          </p:cNvPr>
          <p:cNvGrpSpPr/>
          <p:nvPr/>
        </p:nvGrpSpPr>
        <p:grpSpPr>
          <a:xfrm>
            <a:off x="471291" y="621823"/>
            <a:ext cx="5528160" cy="2686320"/>
            <a:chOff x="471291" y="621823"/>
            <a:chExt cx="5528160" cy="268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BD16FC2-7D05-CAB2-C41F-CA14832D8D4B}"/>
                    </a:ext>
                  </a:extLst>
                </p14:cNvPr>
                <p14:cNvContentPartPr/>
                <p14:nvPr/>
              </p14:nvContentPartPr>
              <p14:xfrm>
                <a:off x="1402611" y="984343"/>
                <a:ext cx="4596840" cy="2323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BD16FC2-7D05-CAB2-C41F-CA14832D8D4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6491" y="978223"/>
                  <a:ext cx="4609080" cy="23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B6EA07-A5AE-76B3-21D1-442C13A7F397}"/>
                    </a:ext>
                  </a:extLst>
                </p14:cNvPr>
                <p14:cNvContentPartPr/>
                <p14:nvPr/>
              </p14:nvContentPartPr>
              <p14:xfrm>
                <a:off x="471291" y="621823"/>
                <a:ext cx="1459800" cy="44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B6EA07-A5AE-76B3-21D1-442C13A7F39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5171" y="615703"/>
                  <a:ext cx="14720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537D0F-CE71-C348-5E2D-3706468A79A8}"/>
                    </a:ext>
                  </a:extLst>
                </p14:cNvPr>
                <p14:cNvContentPartPr/>
                <p14:nvPr/>
              </p14:nvContentPartPr>
              <p14:xfrm>
                <a:off x="1293531" y="1214743"/>
                <a:ext cx="193320" cy="212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537D0F-CE71-C348-5E2D-3706468A79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7411" y="1208623"/>
                  <a:ext cx="205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75676A-1D46-2CE4-6ADC-5D0746ED53A5}"/>
                    </a:ext>
                  </a:extLst>
                </p14:cNvPr>
                <p14:cNvContentPartPr/>
                <p14:nvPr/>
              </p14:nvContentPartPr>
              <p14:xfrm>
                <a:off x="1245291" y="1346143"/>
                <a:ext cx="27072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75676A-1D46-2CE4-6ADC-5D0746ED53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39171" y="1340023"/>
                  <a:ext cx="28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0C2C1D8-55C8-2756-3F1B-47F1866AE17A}"/>
                    </a:ext>
                  </a:extLst>
                </p14:cNvPr>
                <p14:cNvContentPartPr/>
                <p14:nvPr/>
              </p14:nvContentPartPr>
              <p14:xfrm>
                <a:off x="1765851" y="1205383"/>
                <a:ext cx="194400" cy="31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0C2C1D8-55C8-2756-3F1B-47F1866AE1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59731" y="1199263"/>
                  <a:ext cx="206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B709453-998D-0208-668F-78F7BE284992}"/>
                    </a:ext>
                  </a:extLst>
                </p14:cNvPr>
                <p14:cNvContentPartPr/>
                <p14:nvPr/>
              </p14:nvContentPartPr>
              <p14:xfrm>
                <a:off x="2119371" y="1155343"/>
                <a:ext cx="109440" cy="388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B709453-998D-0208-668F-78F7BE2849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13251" y="1149223"/>
                  <a:ext cx="1216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E3C99F-7243-75D8-9F05-00FF625C536D}"/>
                    </a:ext>
                  </a:extLst>
                </p14:cNvPr>
                <p14:cNvContentPartPr/>
                <p14:nvPr/>
              </p14:nvContentPartPr>
              <p14:xfrm>
                <a:off x="2291091" y="1435063"/>
                <a:ext cx="137520" cy="133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E3C99F-7243-75D8-9F05-00FF625C53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84971" y="1428943"/>
                  <a:ext cx="149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625468-315E-0D21-349C-8D9A36A3D995}"/>
                    </a:ext>
                  </a:extLst>
                </p14:cNvPr>
                <p14:cNvContentPartPr/>
                <p14:nvPr/>
              </p14:nvContentPartPr>
              <p14:xfrm>
                <a:off x="2521851" y="1275943"/>
                <a:ext cx="30960" cy="401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625468-315E-0D21-349C-8D9A36A3D9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5731" y="1269823"/>
                  <a:ext cx="43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BFE67E-F279-F434-955E-C1745604190D}"/>
                    </a:ext>
                  </a:extLst>
                </p14:cNvPr>
                <p14:cNvContentPartPr/>
                <p14:nvPr/>
              </p14:nvContentPartPr>
              <p14:xfrm>
                <a:off x="2551731" y="1436503"/>
                <a:ext cx="270360" cy="120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BFE67E-F279-F434-955E-C174560419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5611" y="1430383"/>
                  <a:ext cx="282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8293FC-8F7B-DF2E-9BA3-7377D42EC1DB}"/>
                    </a:ext>
                  </a:extLst>
                </p14:cNvPr>
                <p14:cNvContentPartPr/>
                <p14:nvPr/>
              </p14:nvContentPartPr>
              <p14:xfrm>
                <a:off x="2632011" y="1496983"/>
                <a:ext cx="183600" cy="188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8293FC-8F7B-DF2E-9BA3-7377D42EC1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5891" y="1490863"/>
                  <a:ext cx="195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176845-0A3C-E7DD-95AE-416E573875C3}"/>
                    </a:ext>
                  </a:extLst>
                </p14:cNvPr>
                <p14:cNvContentPartPr/>
                <p14:nvPr/>
              </p14:nvContentPartPr>
              <p14:xfrm>
                <a:off x="2898771" y="1304023"/>
                <a:ext cx="278640" cy="365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176845-0A3C-E7DD-95AE-416E573875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92651" y="1297903"/>
                  <a:ext cx="290880" cy="37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D79E997-BFDB-1BF9-FDAF-6CCC3B8C43DA}"/>
              </a:ext>
            </a:extLst>
          </p:cNvPr>
          <p:cNvGrpSpPr/>
          <p:nvPr/>
        </p:nvGrpSpPr>
        <p:grpSpPr>
          <a:xfrm>
            <a:off x="3476571" y="1363783"/>
            <a:ext cx="1376640" cy="364320"/>
            <a:chOff x="3476571" y="1363783"/>
            <a:chExt cx="137664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9FF07E-4F26-51C5-F131-C898EFDA83AB}"/>
                    </a:ext>
                  </a:extLst>
                </p14:cNvPr>
                <p14:cNvContentPartPr/>
                <p14:nvPr/>
              </p14:nvContentPartPr>
              <p14:xfrm>
                <a:off x="3476571" y="1436863"/>
                <a:ext cx="10440" cy="19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9FF07E-4F26-51C5-F131-C898EFDA83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70451" y="1430743"/>
                  <a:ext cx="22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F87806-EA5F-BA0A-5D11-5C4835485B41}"/>
                    </a:ext>
                  </a:extLst>
                </p14:cNvPr>
                <p14:cNvContentPartPr/>
                <p14:nvPr/>
              </p14:nvContentPartPr>
              <p14:xfrm>
                <a:off x="3585651" y="1386463"/>
                <a:ext cx="162720" cy="21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F87806-EA5F-BA0A-5D11-5C4835485B4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79531" y="1380343"/>
                  <a:ext cx="174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62FEDFE-0412-606F-344C-B53407FC1BA1}"/>
                    </a:ext>
                  </a:extLst>
                </p14:cNvPr>
                <p14:cNvContentPartPr/>
                <p14:nvPr/>
              </p14:nvContentPartPr>
              <p14:xfrm>
                <a:off x="3918651" y="1363783"/>
                <a:ext cx="173880" cy="251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62FEDFE-0412-606F-344C-B53407FC1B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2531" y="1357663"/>
                  <a:ext cx="1861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AE443D-F6F2-EC85-301F-C2D6141BDFD6}"/>
                    </a:ext>
                  </a:extLst>
                </p14:cNvPr>
                <p14:cNvContentPartPr/>
                <p14:nvPr/>
              </p14:nvContentPartPr>
              <p14:xfrm>
                <a:off x="4279371" y="1496263"/>
                <a:ext cx="202320" cy="153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AE443D-F6F2-EC85-301F-C2D6141BDF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73251" y="1490143"/>
                  <a:ext cx="214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979B8E-62A5-9F10-419E-39DF8947A999}"/>
                    </a:ext>
                  </a:extLst>
                </p14:cNvPr>
                <p14:cNvContentPartPr/>
                <p14:nvPr/>
              </p14:nvContentPartPr>
              <p14:xfrm>
                <a:off x="4458651" y="1396543"/>
                <a:ext cx="134640" cy="289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979B8E-62A5-9F10-419E-39DF8947A9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52531" y="1390423"/>
                  <a:ext cx="1468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6CCB0B5-D58B-65F3-F552-DB4A10A90F8E}"/>
                    </a:ext>
                  </a:extLst>
                </p14:cNvPr>
                <p14:cNvContentPartPr/>
                <p14:nvPr/>
              </p14:nvContentPartPr>
              <p14:xfrm>
                <a:off x="4601211" y="1506343"/>
                <a:ext cx="252000" cy="221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6CCB0B5-D58B-65F3-F552-DB4A10A90F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95091" y="1500223"/>
                  <a:ext cx="26424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7C5702-8B70-3DE3-5039-4CF47CC214AC}"/>
              </a:ext>
            </a:extLst>
          </p:cNvPr>
          <p:cNvGrpSpPr/>
          <p:nvPr/>
        </p:nvGrpSpPr>
        <p:grpSpPr>
          <a:xfrm>
            <a:off x="2992011" y="1958863"/>
            <a:ext cx="1219320" cy="600120"/>
            <a:chOff x="2992011" y="1958863"/>
            <a:chExt cx="1219320" cy="60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EC5E56-1E7F-AC9F-A631-4A85E951A0C4}"/>
                    </a:ext>
                  </a:extLst>
                </p14:cNvPr>
                <p14:cNvContentPartPr/>
                <p14:nvPr/>
              </p14:nvContentPartPr>
              <p14:xfrm>
                <a:off x="2992011" y="1958863"/>
                <a:ext cx="202320" cy="363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EC5E56-1E7F-AC9F-A631-4A85E951A0C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85891" y="1952743"/>
                  <a:ext cx="2145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405A255-CF3D-0DE6-3457-68FE01CBA437}"/>
                    </a:ext>
                  </a:extLst>
                </p14:cNvPr>
                <p14:cNvContentPartPr/>
                <p14:nvPr/>
              </p14:nvContentPartPr>
              <p14:xfrm>
                <a:off x="3294771" y="2098183"/>
                <a:ext cx="363240" cy="281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405A255-CF3D-0DE6-3457-68FE01CBA4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88651" y="2092063"/>
                  <a:ext cx="375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7958201-88C6-C0EE-AEB2-1E1B24212DEE}"/>
                    </a:ext>
                  </a:extLst>
                </p14:cNvPr>
                <p14:cNvContentPartPr/>
                <p14:nvPr/>
              </p14:nvContentPartPr>
              <p14:xfrm>
                <a:off x="3767811" y="2099623"/>
                <a:ext cx="240480" cy="40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7958201-88C6-C0EE-AEB2-1E1B24212D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61691" y="2093503"/>
                  <a:ext cx="252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F3DE33-1379-BDF4-1D99-7493F606A260}"/>
                    </a:ext>
                  </a:extLst>
                </p14:cNvPr>
                <p14:cNvContentPartPr/>
                <p14:nvPr/>
              </p14:nvContentPartPr>
              <p14:xfrm>
                <a:off x="3928731" y="2110063"/>
                <a:ext cx="11520" cy="246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F3DE33-1379-BDF4-1D99-7493F606A2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22611" y="2103943"/>
                  <a:ext cx="23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08AF5F-6F61-1A93-DE04-B92F4F365499}"/>
                    </a:ext>
                  </a:extLst>
                </p14:cNvPr>
                <p14:cNvContentPartPr/>
                <p14:nvPr/>
              </p14:nvContentPartPr>
              <p14:xfrm>
                <a:off x="3787971" y="2400943"/>
                <a:ext cx="230040" cy="30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08AF5F-6F61-1A93-DE04-B92F4F3654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81851" y="2394823"/>
                  <a:ext cx="242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108019-A241-3896-7544-584454F19DCF}"/>
                    </a:ext>
                  </a:extLst>
                </p14:cNvPr>
                <p14:cNvContentPartPr/>
                <p14:nvPr/>
              </p14:nvContentPartPr>
              <p14:xfrm>
                <a:off x="3916491" y="2008903"/>
                <a:ext cx="294840" cy="550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108019-A241-3896-7544-584454F19D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10371" y="2002783"/>
                  <a:ext cx="307080" cy="56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28516A-B727-9804-FD4A-40D4AA794228}"/>
              </a:ext>
            </a:extLst>
          </p:cNvPr>
          <p:cNvGrpSpPr/>
          <p:nvPr/>
        </p:nvGrpSpPr>
        <p:grpSpPr>
          <a:xfrm>
            <a:off x="4436331" y="612463"/>
            <a:ext cx="653040" cy="306000"/>
            <a:chOff x="4436331" y="612463"/>
            <a:chExt cx="65304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F0C499-3BD8-7045-B14C-E8E475ECE9C0}"/>
                    </a:ext>
                  </a:extLst>
                </p14:cNvPr>
                <p14:cNvContentPartPr/>
                <p14:nvPr/>
              </p14:nvContentPartPr>
              <p14:xfrm>
                <a:off x="4436331" y="612463"/>
                <a:ext cx="247320" cy="212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F0C499-3BD8-7045-B14C-E8E475ECE9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30211" y="606343"/>
                  <a:ext cx="259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5D33B9-0A26-A7EB-A5F3-2528B4C796C5}"/>
                    </a:ext>
                  </a:extLst>
                </p14:cNvPr>
                <p14:cNvContentPartPr/>
                <p14:nvPr/>
              </p14:nvContentPartPr>
              <p14:xfrm>
                <a:off x="4461171" y="893983"/>
                <a:ext cx="220320" cy="21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5D33B9-0A26-A7EB-A5F3-2528B4C796C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5051" y="887863"/>
                  <a:ext cx="232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41B14C-DF30-64CB-A684-5A485B1FA666}"/>
                    </a:ext>
                  </a:extLst>
                </p14:cNvPr>
                <p14:cNvContentPartPr/>
                <p14:nvPr/>
              </p14:nvContentPartPr>
              <p14:xfrm>
                <a:off x="4933491" y="653143"/>
                <a:ext cx="11160" cy="250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41B14C-DF30-64CB-A684-5A485B1FA6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27371" y="646663"/>
                  <a:ext cx="234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E5EF41-4966-D28E-0DD9-C10769929D45}"/>
                    </a:ext>
                  </a:extLst>
                </p14:cNvPr>
                <p14:cNvContentPartPr/>
                <p14:nvPr/>
              </p14:nvContentPartPr>
              <p14:xfrm>
                <a:off x="4933491" y="681223"/>
                <a:ext cx="152280" cy="82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E5EF41-4966-D28E-0DD9-C10769929D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27371" y="675103"/>
                  <a:ext cx="164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3D8382-29DA-C83C-9834-C33F9EF49B8E}"/>
                    </a:ext>
                  </a:extLst>
                </p14:cNvPr>
                <p14:cNvContentPartPr/>
                <p14:nvPr/>
              </p14:nvContentPartPr>
              <p14:xfrm>
                <a:off x="4943571" y="793543"/>
                <a:ext cx="145800" cy="124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3D8382-29DA-C83C-9834-C33F9EF49B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37451" y="787423"/>
                  <a:ext cx="15804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8128E79-B757-FE46-D9D8-9966DDF4B790}"/>
                  </a:ext>
                </a:extLst>
              </p14:cNvPr>
              <p14:cNvContentPartPr/>
              <p14:nvPr/>
            </p14:nvContentPartPr>
            <p14:xfrm>
              <a:off x="8149011" y="4159903"/>
              <a:ext cx="360" cy="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8128E79-B757-FE46-D9D8-9966DDF4B79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42891" y="4153783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A47BF67C-D021-8557-8A61-3461431ADB1B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512211" y="3091685"/>
            <a:ext cx="8067801" cy="289568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D6DBD80-18FE-3E65-BAA7-C20FBAA99F8C}"/>
              </a:ext>
            </a:extLst>
          </p:cNvPr>
          <p:cNvSpPr txBox="1"/>
          <p:nvPr/>
        </p:nvSpPr>
        <p:spPr>
          <a:xfrm>
            <a:off x="4955527" y="6346927"/>
            <a:ext cx="59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k=5, prop = 0.091, n=6821, 623 readmissions</a:t>
            </a:r>
            <a:endParaRPr lang="en-AU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83F876B-33FF-A392-FA15-510E45268E7B}"/>
              </a:ext>
            </a:extLst>
          </p:cNvPr>
          <p:cNvGrpSpPr/>
          <p:nvPr/>
        </p:nvGrpSpPr>
        <p:grpSpPr>
          <a:xfrm>
            <a:off x="1806564" y="572645"/>
            <a:ext cx="2483280" cy="505440"/>
            <a:chOff x="1806564" y="572645"/>
            <a:chExt cx="248328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2BCB60B-A612-F821-6D0A-F348BA367A24}"/>
                    </a:ext>
                  </a:extLst>
                </p14:cNvPr>
                <p14:cNvContentPartPr/>
                <p14:nvPr/>
              </p14:nvContentPartPr>
              <p14:xfrm>
                <a:off x="1806564" y="572645"/>
                <a:ext cx="568080" cy="372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2BCB60B-A612-F821-6D0A-F348BA367A2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97924" y="563645"/>
                  <a:ext cx="5857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C35CB0-FAAE-945F-620B-86677D14DC05}"/>
                    </a:ext>
                  </a:extLst>
                </p14:cNvPr>
                <p14:cNvContentPartPr/>
                <p14:nvPr/>
              </p14:nvContentPartPr>
              <p14:xfrm>
                <a:off x="2596764" y="592085"/>
                <a:ext cx="1693080" cy="486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BC35CB0-FAAE-945F-620B-86677D14DC0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88124" y="583445"/>
                  <a:ext cx="1710720" cy="50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9E3B8CB-D78C-4C07-91F5-D53493B3256A}"/>
                  </a:ext>
                </a:extLst>
              </p14:cNvPr>
              <p14:cNvContentPartPr/>
              <p14:nvPr/>
            </p14:nvContentPartPr>
            <p14:xfrm>
              <a:off x="4888884" y="680645"/>
              <a:ext cx="308520" cy="551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9E3B8CB-D78C-4C07-91F5-D53493B3256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879884" y="672005"/>
                <a:ext cx="326160" cy="5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320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F30E1-0039-4525-A0C7-20FD2A7DB5B4}"/>
              </a:ext>
            </a:extLst>
          </p:cNvPr>
          <p:cNvSpPr txBox="1"/>
          <p:nvPr/>
        </p:nvSpPr>
        <p:spPr>
          <a:xfrm>
            <a:off x="1037225" y="2984687"/>
            <a:ext cx="10838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Further filtering: K=10 (be more liberal with ICD based phenotyping, let the lab measurement do the filtering)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0D9E4-1B54-5D72-3816-6F71CDA2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09" y="3354019"/>
            <a:ext cx="7787497" cy="1466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6964D9-E771-8B2C-A73C-42D41C151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75" y="784343"/>
            <a:ext cx="9751525" cy="1466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7A0473-6884-9464-AD32-8D5B09C75B9E}"/>
              </a:ext>
            </a:extLst>
          </p:cNvPr>
          <p:cNvSpPr txBox="1"/>
          <p:nvPr/>
        </p:nvSpPr>
        <p:spPr>
          <a:xfrm>
            <a:off x="1037225" y="5005581"/>
            <a:ext cx="592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Compared to ICD-based only</a:t>
            </a:r>
          </a:p>
          <a:p>
            <a:r>
              <a:rPr lang="en-US" dirty="0"/>
              <a:t>-  k=5, prop = 0.091, n=6821, 623 readmissions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219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3006</TotalTime>
  <Words>652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10 Oct group meeting</vt:lpstr>
      <vt:lpstr>PowerPoint Presentation</vt:lpstr>
      <vt:lpstr>PowerPoint Presentation</vt:lpstr>
      <vt:lpstr>PowerPoint Presentation</vt:lpstr>
      <vt:lpstr>PowerPoint Presentation</vt:lpstr>
      <vt:lpstr>19 Oct group meeting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Howen</dc:creator>
  <cp:lastModifiedBy>Keith Howen</cp:lastModifiedBy>
  <cp:revision>1</cp:revision>
  <dcterms:created xsi:type="dcterms:W3CDTF">2025-10-10T02:36:55Z</dcterms:created>
  <dcterms:modified xsi:type="dcterms:W3CDTF">2025-10-19T02:05:40Z</dcterms:modified>
</cp:coreProperties>
</file>